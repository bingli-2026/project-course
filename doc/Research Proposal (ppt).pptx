
<file path=[Content_Types].xml><?xml version="1.0" encoding="utf-8"?>
<Types xmlns="http://schemas.openxmlformats.org/package/2006/content-types">
  <Default Extension="xml" ContentType="application/xml"/>
  <Default Extension="jpg" ContentType="image/jpeg"/>
  <Default Extension="wmf" ContentType="image/x-wmf"/>
  <Default Extension="bin" ContentType="application/vnd.openxmlformats-officedocument.oleObject"/>
  <Default Extension="rels" ContentType="application/vnd.openxmlformats-package.relationships+xml"/>
  <Default Extension="jpeg" ContentType="image/jpeg"/>
  <Default Extension="png" ContentType="image/png"/>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slides/slide11.xml" ContentType="application/vnd.openxmlformats-officedocument.presentationml.slide+xml"/>
  <Override PartName="/ppt/notesSlides/notesSlide1.xml" ContentType="application/vnd.openxmlformats-officedocument.presentationml.notesSlide+xml"/>
  <Override PartName="/ppt/slides/slide9.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1.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slideLayouts/slideLayout6.xml" ContentType="application/vnd.openxmlformats-officedocument.presentationml.slideLayout+xml"/>
  <Override PartName="/ppt/presProps.xml" ContentType="application/vnd.openxmlformats-officedocument.presentationml.presProps+xml"/>
  <Override PartName="/ppt/slideLayouts/slideLayout2.xml" ContentType="application/vnd.openxmlformats-officedocument.presentationml.slideLayout+xml"/>
  <Override PartName="/ppt/slideLayouts/slideLayout8.xml" ContentType="application/vnd.openxmlformats-officedocument.presentationml.slideLayout+xml"/>
  <Override PartName="/docProps/core.xml" ContentType="application/vnd.openxmlformats-package.core-properties+xml"/>
  <Override PartName="/ppt/slides/slide2.xml" ContentType="application/vnd.openxmlformats-officedocument.presentationml.slide+xml"/>
  <Override PartName="/ppt/slideMasters/slideMaster1.xml" ContentType="application/vnd.openxmlformats-officedocument.presentationml.slideMaster+xml"/>
  <Override PartName="/ppt/notesSlides/notesSlide8.xml" ContentType="application/vnd.openxmlformats-officedocument.presentationml.notesSlide+xml"/>
  <Override PartName="/ppt/slides/slide8.xml" ContentType="application/vnd.openxmlformats-officedocument.presentationml.slide+xml"/>
  <Override PartName="/ppt/presentation.xml" ContentType="application/vnd.openxmlformats-officedocument.presentationml.presentation.main+xml"/>
  <Override PartName="/ppt/viewProps.xml" ContentType="application/vnd.openxmlformats-officedocument.presentationml.viewProps+xml"/>
  <Override PartName="/docProps/custom.xml" ContentType="application/vnd.openxmlformats-officedocument.custom-properties+xml"/>
  <Override PartName="/docProps/app.xml" ContentType="application/vnd.openxmlformats-officedocument.extended-properties+xml"/>
  <Override PartName="/ppt/tableStyles.xml" ContentType="application/vnd.openxmlformats-officedocument.presentationml.tableStyles+xml"/>
  <Override PartName="/ppt/notesSlides/notesSlide2.xml" ContentType="application/vnd.openxmlformats-officedocument.presentationml.notesSlide+xml"/>
  <Override PartName="/ppt/slides/slide7.xml" ContentType="application/vnd.openxmlformats-officedocument.presentationml.slide+xml"/>
  <Override PartName="/ppt/slideLayouts/slideLayout5.xml" ContentType="application/vnd.openxmlformats-officedocument.presentationml.slideLayout+xml"/>
  <Override PartName="/ppt/notesSlides/notesSlide12.xml" ContentType="application/vnd.openxmlformats-officedocument.presentationml.notesSlide+xml"/>
  <Override PartName="/ppt/slides/slide12.xml" ContentType="application/vnd.openxmlformats-officedocument.presentationml.slide+xml"/>
  <Override PartName="/ppt/slideLayouts/slideLayout1.xml" ContentType="application/vnd.openxmlformats-officedocument.presentationml.slideLayout+xml"/>
  <Override PartName="/ppt/notesSlides/notesSlide5.xml" ContentType="application/vnd.openxmlformats-officedocument.presentationml.notesSlide+xml"/>
  <Override PartName="/ppt/slideLayouts/slideLayout4.xml" ContentType="application/vnd.openxmlformats-officedocument.presentationml.slideLayout+xml"/>
  <Override PartName="/ppt/slides/slide3.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slideLayouts/slideLayout9.xml" ContentType="application/vnd.openxmlformats-officedocument.presentationml.slideLayout+xml"/>
  <Override PartName="/ppt/slideLayouts/slideLayout3.xml" ContentType="application/vnd.openxmlformats-officedocument.presentationml.slideLayout+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10.xml" ContentType="application/vnd.openxmlformats-officedocument.presentationml.slideLayout+xml"/>
  <Override PartName="/ppt/notesSlides/notesSlide4.xml" ContentType="application/vnd.openxmlformats-officedocument.presentationml.notesSlide+xml"/>
  <Override PartName="/ppt/slideLayouts/slideLayout11.xml" ContentType="application/vnd.openxmlformats-officedocument.presentationml.slideLayout+xml"/>
</Types>
</file>

<file path=_rels/.rels><?xml version="1.0" encoding="UTF-8" standalone="yes"?><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sldMasterIdLst>
    <p:sldMasterId id="2147483648" r:id="rId1"/>
  </p:sldMasterIdLst>
  <p:notesMasterIdLst>
    <p:notesMasterId r:id="rId16"/>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Lst>
  <p:sldSz cx="12192000" cy="6858000"/>
  <p:notesSz cx="6858000" cy="9144000"/>
  <p:defaultTex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940675A-B579-460E-94D1-54222C63F5DA}">
  <a:tblStyle styleId="{5940675A-B579-460E-94D1-54222C63F5DA}" styleName="无样式，网格型">
    <a:wholeTbl>
      <a:tcTxStyle>
        <a:fontRef idx="minor">
          <a:srgbClr val="000000"/>
        </a:fontRef>
        <a:schemeClr val="tx1"/>
      </a:tcTxStyle>
      <a:tcStyle>
        <a:tcBdr>
          <a:left>
            <a:ln w="12700">
              <a:solidFill>
                <a:schemeClr val="tx1"/>
              </a:solidFill>
            </a:ln>
          </a:left>
          <a:right>
            <a:ln w="12700">
              <a:solidFill>
                <a:schemeClr val="tx1"/>
              </a:solidFill>
            </a:ln>
          </a:right>
          <a:top>
            <a:ln w="12700">
              <a:solidFill>
                <a:schemeClr val="tx1"/>
              </a:solidFill>
            </a:ln>
          </a:top>
          <a:bottom>
            <a:ln w="12700">
              <a:solidFill>
                <a:schemeClr val="tx1"/>
              </a:solidFill>
            </a:ln>
          </a:bottom>
          <a:insideH>
            <a:ln w="12700">
              <a:solidFill>
                <a:schemeClr val="tx1"/>
              </a:solidFill>
            </a:ln>
          </a:insideH>
          <a:insideV>
            <a:ln w="12700">
              <a:solidFill>
                <a:schemeClr val="tx1"/>
              </a:solidFill>
            </a:ln>
          </a:insideV>
        </a:tcBdr>
        <a:fill>
          <a:noFill/>
        </a:fill>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howGuides="1" snapToGrid="0">
      <p:cViewPr varScale="1">
        <p:scale>
          <a:sx n="82" d="100"/>
          <a:sy n="82" d="100"/>
        </p:scale>
        <p:origin x="710" y="91"/>
      </p:cViewPr>
      <p:guideLst>
        <p:guide pos="2160" orient="horz"/>
        <p:guide pos="3840"/>
      </p:guideLst>
    </p:cSldViewPr>
  </p:slideViewPr>
  <p:gridSpacing cx="72008" cy="72008"/>
</p:viewPr>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theme" Target="theme/theme2.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notesMaster" Target="notesMasters/notesMaster1.xml"/><Relationship Id="rId17" Type="http://schemas.openxmlformats.org/officeDocument/2006/relationships/presProps" Target="presProps.xml" /><Relationship Id="rId18" Type="http://schemas.openxmlformats.org/officeDocument/2006/relationships/tableStyles" Target="tableStyles.xml" /><Relationship Id="rId19" Type="http://schemas.openxmlformats.org/officeDocument/2006/relationships/viewProps" Target="viewProps.xml" /></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name="">
    <p:bg>
      <p:bgRef idx="1001">
        <a:schemeClr val="bg1"/>
      </p:bgRef>
    </p:bg>
    <p:spTree>
      <p:nvGrpSpPr>
        <p:cNvPr id="1" name=""/>
        <p:cNvGrpSpPr/>
        <p:nvPr/>
      </p:nvGrpSpPr>
      <p:grpSpPr bwMode="auto">
        <a:xfrm>
          <a:off x="0" y="0"/>
          <a:ext cx="0" cy="0"/>
          <a:chOff x="0" y="0"/>
          <a:chExt cx="0" cy="0"/>
        </a:xfrm>
      </p:grpSpPr>
      <p:sp>
        <p:nvSpPr>
          <p:cNvPr id="973291584" name="页眉占位符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zh-CN"/>
          </a:p>
        </p:txBody>
      </p:sp>
      <p:sp>
        <p:nvSpPr>
          <p:cNvPr id="2096208066" name="日期占位符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C7D8BC7C-C552-4C24-9044-9614F2CC3D8C}" type="datetimeFigureOut">
              <a:rPr lang="zh-CN"/>
              <a:t/>
            </a:fld>
            <a:endParaRPr lang="zh-CN"/>
          </a:p>
        </p:txBody>
      </p:sp>
      <p:sp>
        <p:nvSpPr>
          <p:cNvPr id="994422281" name="幻灯片图像占位符 3"/>
          <p:cNvSpPr>
            <a:spLocks noChangeAspect="1" noGrp="1" noRo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zh-CN"/>
          </a:p>
        </p:txBody>
      </p:sp>
      <p:sp>
        <p:nvSpPr>
          <p:cNvPr id="1023733722" name="备注占位符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zh-CN"/>
              <a:t>单击此处编辑母版文本样式</a:t>
            </a:r>
            <a:endParaRPr lang="zh-CN"/>
          </a:p>
          <a:p>
            <a:pPr lvl="1">
              <a:defRPr/>
            </a:pPr>
            <a:r>
              <a:rPr lang="zh-CN"/>
              <a:t>二级</a:t>
            </a:r>
            <a:endParaRPr lang="zh-CN"/>
          </a:p>
          <a:p>
            <a:pPr lvl="2">
              <a:defRPr/>
            </a:pPr>
            <a:r>
              <a:rPr lang="zh-CN"/>
              <a:t>三级</a:t>
            </a:r>
            <a:endParaRPr lang="zh-CN"/>
          </a:p>
          <a:p>
            <a:pPr lvl="3">
              <a:defRPr/>
            </a:pPr>
            <a:r>
              <a:rPr lang="zh-CN"/>
              <a:t>四级</a:t>
            </a:r>
            <a:endParaRPr lang="zh-CN"/>
          </a:p>
          <a:p>
            <a:pPr lvl="4">
              <a:defRPr/>
            </a:pPr>
            <a:r>
              <a:rPr lang="zh-CN"/>
              <a:t>五级</a:t>
            </a:r>
            <a:endParaRPr lang="zh-CN"/>
          </a:p>
        </p:txBody>
      </p:sp>
      <p:sp>
        <p:nvSpPr>
          <p:cNvPr id="1667426269" name="页脚占位符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zh-CN"/>
          </a:p>
        </p:txBody>
      </p:sp>
      <p:sp>
        <p:nvSpPr>
          <p:cNvPr id="2054587527" name="灯片编号占位符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AC5C934F-A0E5-43C8-AF82-115145300E74}" type="slidenum">
              <a:rPr lang="zh-CN"/>
              <a:t/>
            </a:fld>
            <a:endParaRPr lang="zh-CN"/>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55926935" name="幻灯片图像占位符 1"/>
          <p:cNvSpPr>
            <a:spLocks noChangeAspect="1" noGrp="1" noRot="1"/>
          </p:cNvSpPr>
          <p:nvPr>
            <p:ph type="sldImg"/>
          </p:nvPr>
        </p:nvSpPr>
        <p:spPr bwMode="auto"/>
      </p:sp>
      <p:sp>
        <p:nvSpPr>
          <p:cNvPr id="1941682878" name="备注占位符 2"/>
          <p:cNvSpPr>
            <a:spLocks noGrp="1"/>
          </p:cNvSpPr>
          <p:nvPr>
            <p:ph type="body" idx="1"/>
          </p:nvPr>
        </p:nvSpPr>
        <p:spPr bwMode="auto"/>
        <p:txBody>
          <a:bodyPr/>
          <a:lstStyle/>
          <a:p>
            <a:pPr>
              <a:defRPr/>
            </a:pPr>
            <a:endParaRPr lang="zh-CN"/>
          </a:p>
        </p:txBody>
      </p:sp>
      <p:sp>
        <p:nvSpPr>
          <p:cNvPr id="528422701" name="灯片编号占位符 3"/>
          <p:cNvSpPr>
            <a:spLocks noGrp="1"/>
          </p:cNvSpPr>
          <p:nvPr>
            <p:ph type="sldNum" sz="quarter" idx="5"/>
          </p:nvPr>
        </p:nvSpPr>
        <p:spPr bwMode="auto"/>
        <p:txBody>
          <a:bodyPr/>
          <a:lstStyle/>
          <a:p>
            <a:pPr>
              <a:defRPr/>
            </a:pPr>
            <a:fld id="{AC5C934F-A0E5-43C8-AF82-115145300E74}" type="slidenum">
              <a:rPr lang="zh-CN"/>
              <a:t/>
            </a:fld>
            <a:endParaRPr 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267690006" name="幻灯片图像占位符 1"/>
          <p:cNvSpPr>
            <a:spLocks noChangeAspect="1" noGrp="1" noRot="1"/>
          </p:cNvSpPr>
          <p:nvPr>
            <p:ph type="sldImg"/>
          </p:nvPr>
        </p:nvSpPr>
        <p:spPr bwMode="auto"/>
      </p:sp>
      <p:sp>
        <p:nvSpPr>
          <p:cNvPr id="178607910" name="备注占位符 2"/>
          <p:cNvSpPr>
            <a:spLocks noGrp="1"/>
          </p:cNvSpPr>
          <p:nvPr>
            <p:ph type="body" idx="1"/>
          </p:nvPr>
        </p:nvSpPr>
        <p:spPr bwMode="auto"/>
        <p:txBody>
          <a:bodyPr/>
          <a:lstStyle/>
          <a:p>
            <a:pPr>
              <a:defRPr/>
            </a:pPr>
            <a:endParaRPr lang="zh-CN"/>
          </a:p>
        </p:txBody>
      </p:sp>
      <p:sp>
        <p:nvSpPr>
          <p:cNvPr id="403199348" name="灯片编号占位符 3"/>
          <p:cNvSpPr>
            <a:spLocks noGrp="1"/>
          </p:cNvSpPr>
          <p:nvPr>
            <p:ph type="sldNum" sz="quarter" idx="5"/>
          </p:nvPr>
        </p:nvSpPr>
        <p:spPr bwMode="auto"/>
        <p:txBody>
          <a:bodyPr/>
          <a:lstStyle/>
          <a:p>
            <a:pPr>
              <a:defRPr/>
            </a:pPr>
            <a:fld id="{AC5C934F-A0E5-43C8-AF82-115145300E74}" type="slidenum">
              <a:rPr lang="zh-CN"/>
              <a:t/>
            </a:fld>
            <a:endParaRPr 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132321647" name="幻灯片图像占位符 1"/>
          <p:cNvSpPr>
            <a:spLocks noChangeAspect="1" noGrp="1" noRot="1"/>
          </p:cNvSpPr>
          <p:nvPr>
            <p:ph type="sldImg"/>
          </p:nvPr>
        </p:nvSpPr>
        <p:spPr bwMode="auto"/>
      </p:sp>
      <p:sp>
        <p:nvSpPr>
          <p:cNvPr id="1735631579" name="备注占位符 2"/>
          <p:cNvSpPr>
            <a:spLocks noGrp="1"/>
          </p:cNvSpPr>
          <p:nvPr>
            <p:ph type="body" idx="1"/>
          </p:nvPr>
        </p:nvSpPr>
        <p:spPr bwMode="auto"/>
        <p:txBody>
          <a:bodyPr/>
          <a:lstStyle/>
          <a:p>
            <a:pPr>
              <a:defRPr/>
            </a:pPr>
            <a:endParaRPr lang="zh-CN"/>
          </a:p>
        </p:txBody>
      </p:sp>
      <p:sp>
        <p:nvSpPr>
          <p:cNvPr id="1655794322" name="灯片编号占位符 3"/>
          <p:cNvSpPr>
            <a:spLocks noGrp="1"/>
          </p:cNvSpPr>
          <p:nvPr>
            <p:ph type="sldNum" sz="quarter" idx="5"/>
          </p:nvPr>
        </p:nvSpPr>
        <p:spPr bwMode="auto"/>
        <p:txBody>
          <a:bodyPr/>
          <a:lstStyle/>
          <a:p>
            <a:pPr>
              <a:defRPr/>
            </a:pPr>
            <a:fld id="{AC5C934F-A0E5-43C8-AF82-115145300E74}" type="slidenum">
              <a:rPr lang="zh-CN"/>
              <a:t/>
            </a:fld>
            <a:endParaRPr 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93681765" name="幻灯片图像占位符 1"/>
          <p:cNvSpPr>
            <a:spLocks noChangeAspect="1" noGrp="1" noRot="1"/>
          </p:cNvSpPr>
          <p:nvPr>
            <p:ph type="sldImg"/>
          </p:nvPr>
        </p:nvSpPr>
        <p:spPr bwMode="auto"/>
      </p:sp>
      <p:sp>
        <p:nvSpPr>
          <p:cNvPr id="1543754430" name="备注占位符 2"/>
          <p:cNvSpPr>
            <a:spLocks noGrp="1"/>
          </p:cNvSpPr>
          <p:nvPr>
            <p:ph type="body" idx="1"/>
          </p:nvPr>
        </p:nvSpPr>
        <p:spPr bwMode="auto"/>
        <p:txBody>
          <a:bodyPr/>
          <a:lstStyle/>
          <a:p>
            <a:pPr>
              <a:defRPr/>
            </a:pPr>
            <a:endParaRPr lang="zh-CN"/>
          </a:p>
        </p:txBody>
      </p:sp>
      <p:sp>
        <p:nvSpPr>
          <p:cNvPr id="2097069890" name="灯片编号占位符 3"/>
          <p:cNvSpPr>
            <a:spLocks noGrp="1"/>
          </p:cNvSpPr>
          <p:nvPr>
            <p:ph type="sldNum" sz="quarter" idx="5"/>
          </p:nvPr>
        </p:nvSpPr>
        <p:spPr bwMode="auto"/>
        <p:txBody>
          <a:bodyPr/>
          <a:lstStyle/>
          <a:p>
            <a:pPr>
              <a:defRPr/>
            </a:pPr>
            <a:fld id="{AC5C934F-A0E5-43C8-AF82-115145300E74}" type="slidenum">
              <a:rPr lang="zh-CN"/>
              <a:t/>
            </a:fld>
            <a:endParaRPr 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764851301" name="幻灯片图像占位符 1"/>
          <p:cNvSpPr>
            <a:spLocks noChangeAspect="1" noGrp="1" noRot="1"/>
          </p:cNvSpPr>
          <p:nvPr>
            <p:ph type="sldImg"/>
          </p:nvPr>
        </p:nvSpPr>
        <p:spPr bwMode="auto"/>
      </p:sp>
      <p:sp>
        <p:nvSpPr>
          <p:cNvPr id="74291220" name="备注占位符 2"/>
          <p:cNvSpPr>
            <a:spLocks noGrp="1"/>
          </p:cNvSpPr>
          <p:nvPr>
            <p:ph type="body" idx="1"/>
          </p:nvPr>
        </p:nvSpPr>
        <p:spPr bwMode="auto"/>
        <p:txBody>
          <a:bodyPr/>
          <a:lstStyle/>
          <a:p>
            <a:pPr>
              <a:defRPr/>
            </a:pPr>
            <a:endParaRPr lang="zh-CN"/>
          </a:p>
        </p:txBody>
      </p:sp>
      <p:sp>
        <p:nvSpPr>
          <p:cNvPr id="192358815" name="灯片编号占位符 3"/>
          <p:cNvSpPr>
            <a:spLocks noGrp="1"/>
          </p:cNvSpPr>
          <p:nvPr>
            <p:ph type="sldNum" sz="quarter" idx="5"/>
          </p:nvPr>
        </p:nvSpPr>
        <p:spPr bwMode="auto"/>
        <p:txBody>
          <a:bodyPr/>
          <a:lstStyle/>
          <a:p>
            <a:pPr>
              <a:defRPr/>
            </a:pPr>
            <a:fld id="{AC5C934F-A0E5-43C8-AF82-115145300E74}" type="slidenum">
              <a:rPr lang="zh-CN"/>
              <a:t/>
            </a:fld>
            <a:endParaRPr 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15621448" name="幻灯片图像占位符 1"/>
          <p:cNvSpPr>
            <a:spLocks noChangeAspect="1" noGrp="1" noRot="1"/>
          </p:cNvSpPr>
          <p:nvPr>
            <p:ph type="sldImg"/>
          </p:nvPr>
        </p:nvSpPr>
        <p:spPr bwMode="auto"/>
      </p:sp>
      <p:sp>
        <p:nvSpPr>
          <p:cNvPr id="1058380724" name="备注占位符 2"/>
          <p:cNvSpPr>
            <a:spLocks noGrp="1"/>
          </p:cNvSpPr>
          <p:nvPr>
            <p:ph type="body" idx="1"/>
          </p:nvPr>
        </p:nvSpPr>
        <p:spPr bwMode="auto"/>
        <p:txBody>
          <a:bodyPr/>
          <a:lstStyle/>
          <a:p>
            <a:pPr>
              <a:defRPr/>
            </a:pPr>
            <a:endParaRPr lang="zh-CN"/>
          </a:p>
        </p:txBody>
      </p:sp>
      <p:sp>
        <p:nvSpPr>
          <p:cNvPr id="1219997542" name="灯片编号占位符 3"/>
          <p:cNvSpPr>
            <a:spLocks noGrp="1"/>
          </p:cNvSpPr>
          <p:nvPr>
            <p:ph type="sldNum" sz="quarter" idx="5"/>
          </p:nvPr>
        </p:nvSpPr>
        <p:spPr bwMode="auto"/>
        <p:txBody>
          <a:bodyPr/>
          <a:lstStyle/>
          <a:p>
            <a:pPr>
              <a:defRPr/>
            </a:pPr>
            <a:fld id="{AC5C934F-A0E5-43C8-AF82-115145300E74}" type="slidenum">
              <a:rPr lang="zh-CN"/>
              <a:t/>
            </a:fld>
            <a:endParaRPr lang="zh-C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611461170" name="幻灯片图像占位符 1"/>
          <p:cNvSpPr>
            <a:spLocks noChangeAspect="1" noGrp="1" noRot="1"/>
          </p:cNvSpPr>
          <p:nvPr>
            <p:ph type="sldImg"/>
          </p:nvPr>
        </p:nvSpPr>
        <p:spPr bwMode="auto"/>
      </p:sp>
      <p:sp>
        <p:nvSpPr>
          <p:cNvPr id="1936896977" name="备注占位符 2"/>
          <p:cNvSpPr>
            <a:spLocks noGrp="1"/>
          </p:cNvSpPr>
          <p:nvPr>
            <p:ph type="body" idx="1"/>
          </p:nvPr>
        </p:nvSpPr>
        <p:spPr bwMode="auto"/>
        <p:txBody>
          <a:bodyPr/>
          <a:lstStyle/>
          <a:p>
            <a:pPr>
              <a:defRPr/>
            </a:pPr>
            <a:endParaRPr lang="zh-CN"/>
          </a:p>
        </p:txBody>
      </p:sp>
      <p:sp>
        <p:nvSpPr>
          <p:cNvPr id="2024161853" name="灯片编号占位符 3"/>
          <p:cNvSpPr>
            <a:spLocks noGrp="1"/>
          </p:cNvSpPr>
          <p:nvPr>
            <p:ph type="sldNum" sz="quarter" idx="5"/>
          </p:nvPr>
        </p:nvSpPr>
        <p:spPr bwMode="auto"/>
        <p:txBody>
          <a:bodyPr/>
          <a:lstStyle/>
          <a:p>
            <a:pPr>
              <a:defRPr/>
            </a:pPr>
            <a:fld id="{AC5C934F-A0E5-43C8-AF82-115145300E74}" type="slidenum">
              <a:rPr lang="zh-CN"/>
              <a:t/>
            </a:fld>
            <a:endParaRPr lang="zh-C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884561953" name="幻灯片图像占位符 1"/>
          <p:cNvSpPr>
            <a:spLocks noChangeAspect="1" noGrp="1" noRot="1"/>
          </p:cNvSpPr>
          <p:nvPr>
            <p:ph type="sldImg"/>
          </p:nvPr>
        </p:nvSpPr>
        <p:spPr bwMode="auto"/>
      </p:sp>
      <p:sp>
        <p:nvSpPr>
          <p:cNvPr id="1485891934" name="备注占位符 2"/>
          <p:cNvSpPr>
            <a:spLocks noGrp="1"/>
          </p:cNvSpPr>
          <p:nvPr>
            <p:ph type="body" idx="1"/>
          </p:nvPr>
        </p:nvSpPr>
        <p:spPr bwMode="auto"/>
        <p:txBody>
          <a:bodyPr/>
          <a:lstStyle/>
          <a:p>
            <a:pPr>
              <a:defRPr/>
            </a:pPr>
            <a:endParaRPr lang="zh-CN"/>
          </a:p>
        </p:txBody>
      </p:sp>
      <p:sp>
        <p:nvSpPr>
          <p:cNvPr id="259593227" name="灯片编号占位符 3"/>
          <p:cNvSpPr>
            <a:spLocks noGrp="1"/>
          </p:cNvSpPr>
          <p:nvPr>
            <p:ph type="sldNum" sz="quarter" idx="5"/>
          </p:nvPr>
        </p:nvSpPr>
        <p:spPr bwMode="auto"/>
        <p:txBody>
          <a:bodyPr/>
          <a:lstStyle/>
          <a:p>
            <a:pPr>
              <a:defRPr/>
            </a:pPr>
            <a:fld id="{AC5C934F-A0E5-43C8-AF82-115145300E74}" type="slidenum">
              <a:rPr lang="zh-CN"/>
              <a:t/>
            </a:fld>
            <a:endParaRPr lang="zh-C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2" name="Slide Image Placeholder 1"/>
          <p:cNvSpPr>
            <a:spLocks noChangeAspect="1" noGrp="1" noRot="1"/>
          </p:cNvSpPr>
          <p:nvPr>
            <p:ph type="sldImg"/>
          </p:nvPr>
        </p:nvSpPr>
        <p:spPr bwMode="auto"/>
      </p:sp>
      <p:sp>
        <p:nvSpPr>
          <p:cNvPr id="3" name="Notes Placeholder 2"/>
          <p:cNvSpPr>
            <a:spLocks noGrp="1"/>
          </p:cNvSpPr>
          <p:nvPr>
            <p:ph type="body" idx="1"/>
          </p:nvPr>
        </p:nvSpPr>
        <p:spPr bwMode="auto"/>
        <p:txBody>
          <a:bodyPr/>
          <a:lstStyle/>
          <a:p>
            <a:pPr>
              <a:defRPr/>
            </a:pPr>
            <a:endParaRPr/>
          </a:p>
        </p:txBody>
      </p:sp>
      <p:sp>
        <p:nvSpPr>
          <p:cNvPr id="4" name="Slide Number Placeholder 3"/>
          <p:cNvSpPr>
            <a:spLocks noGrp="1"/>
          </p:cNvSpPr>
          <p:nvPr>
            <p:ph type="sldNum" sz="quarter" idx="10"/>
          </p:nvPr>
        </p:nvSpPr>
        <p:spPr bwMode="auto"/>
        <p:txBody>
          <a:bodyPr/>
          <a:lstStyle/>
          <a:p>
            <a:pPr>
              <a:defRPr/>
            </a:pPr>
            <a:fld id="{FC2CA0EE-B613-AE97-93F3-DC55EE320316}" type="slidenum">
              <a:rPr/>
              <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975631108" name="幻灯片图像占位符 1"/>
          <p:cNvSpPr>
            <a:spLocks noChangeAspect="1" noGrp="1" noRot="1"/>
          </p:cNvSpPr>
          <p:nvPr>
            <p:ph type="sldImg"/>
          </p:nvPr>
        </p:nvSpPr>
        <p:spPr bwMode="auto"/>
      </p:sp>
      <p:sp>
        <p:nvSpPr>
          <p:cNvPr id="1231053704" name="备注占位符 2"/>
          <p:cNvSpPr>
            <a:spLocks noGrp="1"/>
          </p:cNvSpPr>
          <p:nvPr>
            <p:ph type="body" idx="1"/>
          </p:nvPr>
        </p:nvSpPr>
        <p:spPr bwMode="auto"/>
        <p:txBody>
          <a:bodyPr/>
          <a:lstStyle/>
          <a:p>
            <a:pPr>
              <a:defRPr/>
            </a:pPr>
            <a:endParaRPr lang="zh-CN"/>
          </a:p>
        </p:txBody>
      </p:sp>
      <p:sp>
        <p:nvSpPr>
          <p:cNvPr id="964700480" name="灯片编号占位符 3"/>
          <p:cNvSpPr>
            <a:spLocks noGrp="1"/>
          </p:cNvSpPr>
          <p:nvPr>
            <p:ph type="sldNum" sz="quarter" idx="5"/>
          </p:nvPr>
        </p:nvSpPr>
        <p:spPr bwMode="auto"/>
        <p:txBody>
          <a:bodyPr/>
          <a:lstStyle/>
          <a:p>
            <a:pPr>
              <a:defRPr/>
            </a:pPr>
            <a:fld id="{AC5C934F-A0E5-43C8-AF82-115145300E74}" type="slidenum">
              <a:rPr lang="zh-CN"/>
              <a:t/>
            </a:fld>
            <a:endParaRPr lang="zh-C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1968611199" name="幻灯片图像占位符 1"/>
          <p:cNvSpPr>
            <a:spLocks noChangeAspect="1" noGrp="1" noRot="1"/>
          </p:cNvSpPr>
          <p:nvPr>
            <p:ph type="sldImg"/>
          </p:nvPr>
        </p:nvSpPr>
        <p:spPr bwMode="auto"/>
      </p:sp>
      <p:sp>
        <p:nvSpPr>
          <p:cNvPr id="1474874276" name="备注占位符 2"/>
          <p:cNvSpPr>
            <a:spLocks noGrp="1"/>
          </p:cNvSpPr>
          <p:nvPr>
            <p:ph type="body" idx="1"/>
          </p:nvPr>
        </p:nvSpPr>
        <p:spPr bwMode="auto"/>
        <p:txBody>
          <a:bodyPr/>
          <a:lstStyle/>
          <a:p>
            <a:pPr>
              <a:defRPr/>
            </a:pPr>
            <a:endParaRPr lang="zh-CN"/>
          </a:p>
        </p:txBody>
      </p:sp>
      <p:sp>
        <p:nvSpPr>
          <p:cNvPr id="607078106" name="灯片编号占位符 3"/>
          <p:cNvSpPr>
            <a:spLocks noGrp="1"/>
          </p:cNvSpPr>
          <p:nvPr>
            <p:ph type="sldNum" sz="quarter" idx="5"/>
          </p:nvPr>
        </p:nvSpPr>
        <p:spPr bwMode="auto"/>
        <p:txBody>
          <a:bodyPr/>
          <a:lstStyle/>
          <a:p>
            <a:pPr>
              <a:defRPr/>
            </a:pPr>
            <a:fld id="{AC5C934F-A0E5-43C8-AF82-115145300E74}" type="slidenum">
              <a:rPr lang="zh-CN"/>
              <a:t/>
            </a:fld>
            <a:endParaRPr lang="zh-CN"/>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cSld name="">
    <p:spTree>
      <p:nvGrpSpPr>
        <p:cNvPr id="1" name=""/>
        <p:cNvGrpSpPr/>
        <p:nvPr/>
      </p:nvGrpSpPr>
      <p:grpSpPr bwMode="auto">
        <a:xfrm>
          <a:off x="0" y="0"/>
          <a:ext cx="0" cy="0"/>
          <a:chOff x="0" y="0"/>
          <a:chExt cx="0" cy="0"/>
        </a:xfrm>
      </p:grpSpPr>
      <p:sp>
        <p:nvSpPr>
          <p:cNvPr id="849691677" name="幻灯片图像占位符 1"/>
          <p:cNvSpPr>
            <a:spLocks noChangeAspect="1" noGrp="1" noRot="1"/>
          </p:cNvSpPr>
          <p:nvPr>
            <p:ph type="sldImg"/>
          </p:nvPr>
        </p:nvSpPr>
        <p:spPr bwMode="auto"/>
      </p:sp>
      <p:sp>
        <p:nvSpPr>
          <p:cNvPr id="863805091" name="备注占位符 2"/>
          <p:cNvSpPr>
            <a:spLocks noGrp="1"/>
          </p:cNvSpPr>
          <p:nvPr>
            <p:ph type="body" idx="1"/>
          </p:nvPr>
        </p:nvSpPr>
        <p:spPr bwMode="auto"/>
        <p:txBody>
          <a:bodyPr/>
          <a:lstStyle/>
          <a:p>
            <a:pPr>
              <a:defRPr/>
            </a:pPr>
            <a:endParaRPr lang="zh-CN"/>
          </a:p>
        </p:txBody>
      </p:sp>
      <p:sp>
        <p:nvSpPr>
          <p:cNvPr id="1472292498" name="灯片编号占位符 3"/>
          <p:cNvSpPr>
            <a:spLocks noGrp="1"/>
          </p:cNvSpPr>
          <p:nvPr>
            <p:ph type="sldNum" sz="quarter" idx="5"/>
          </p:nvPr>
        </p:nvSpPr>
        <p:spPr bwMode="auto"/>
        <p:txBody>
          <a:bodyPr/>
          <a:lstStyle/>
          <a:p>
            <a:pPr>
              <a:defRPr/>
            </a:pPr>
            <a:fld id="{AC5C934F-A0E5-43C8-AF82-115145300E74}" type="slidenum">
              <a:rPr lang="zh-CN"/>
              <a:t/>
            </a:fld>
            <a:endParaRPr lang="zh-CN"/>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 userDrawn="1">
  <p:cSld name="标题幻灯片">
    <p:spTree>
      <p:nvGrpSpPr>
        <p:cNvPr id="1" name=""/>
        <p:cNvGrpSpPr/>
        <p:nvPr/>
      </p:nvGrpSpPr>
      <p:grpSpPr bwMode="auto">
        <a:xfrm>
          <a:off x="0" y="0"/>
          <a:ext cx="0" cy="0"/>
          <a:chOff x="0" y="0"/>
          <a:chExt cx="0" cy="0"/>
        </a:xfrm>
      </p:grpSpPr>
      <p:sp>
        <p:nvSpPr>
          <p:cNvPr id="1863275521" name="标题 1"/>
          <p:cNvSpPr>
            <a:spLocks noGrp="1"/>
          </p:cNvSpPr>
          <p:nvPr>
            <p:ph type="ctrTitle"/>
          </p:nvPr>
        </p:nvSpPr>
        <p:spPr bwMode="auto">
          <a:xfrm>
            <a:off x="1524000" y="1122363"/>
            <a:ext cx="9144000" cy="2387600"/>
          </a:xfrm>
        </p:spPr>
        <p:txBody>
          <a:bodyPr anchor="b"/>
          <a:lstStyle>
            <a:lvl1pPr algn="ctr">
              <a:defRPr sz="6000"/>
            </a:lvl1pPr>
          </a:lstStyle>
          <a:p>
            <a:pPr>
              <a:defRPr/>
            </a:pPr>
            <a:r>
              <a:rPr lang="zh-CN"/>
              <a:t>单击此处编辑母版标题样式</a:t>
            </a:r>
            <a:endParaRPr lang="zh-CN"/>
          </a:p>
        </p:txBody>
      </p:sp>
      <p:sp>
        <p:nvSpPr>
          <p:cNvPr id="1103953579" name="副标题 2"/>
          <p:cNvSpPr>
            <a:spLocks noGrp="1"/>
          </p:cNvSpPr>
          <p:nvPr>
            <p:ph type="subTitle" idx="1"/>
          </p:nvPr>
        </p:nvSpPr>
        <p:spPr bwMode="auto">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a:defRPr/>
            </a:pPr>
            <a:r>
              <a:rPr lang="zh-CN"/>
              <a:t>单击此处编辑母版副标题样式</a:t>
            </a:r>
            <a:endParaRPr lang="zh-CN"/>
          </a:p>
        </p:txBody>
      </p:sp>
      <p:sp>
        <p:nvSpPr>
          <p:cNvPr id="1917794584" name="日期占位符 3"/>
          <p:cNvSpPr>
            <a:spLocks noGrp="1"/>
          </p:cNvSpPr>
          <p:nvPr>
            <p:ph type="dt" sz="half" idx="10"/>
          </p:nvPr>
        </p:nvSpPr>
        <p:spPr bwMode="auto"/>
        <p:txBody>
          <a:bodyPr/>
          <a:lstStyle/>
          <a:p>
            <a:pPr>
              <a:defRPr/>
            </a:pPr>
            <a:fld id="{0795164F-5ECB-4E81-9D1F-B543C9B828BC}" type="datetimeFigureOut">
              <a:rPr lang="zh-CN"/>
              <a:t/>
            </a:fld>
            <a:endParaRPr lang="zh-CN"/>
          </a:p>
        </p:txBody>
      </p:sp>
      <p:sp>
        <p:nvSpPr>
          <p:cNvPr id="659813802" name="页脚占位符 4"/>
          <p:cNvSpPr>
            <a:spLocks noGrp="1"/>
          </p:cNvSpPr>
          <p:nvPr>
            <p:ph type="ftr" sz="quarter" idx="11"/>
          </p:nvPr>
        </p:nvSpPr>
        <p:spPr bwMode="auto"/>
        <p:txBody>
          <a:bodyPr/>
          <a:lstStyle/>
          <a:p>
            <a:pPr>
              <a:defRPr/>
            </a:pPr>
            <a:endParaRPr lang="zh-CN"/>
          </a:p>
        </p:txBody>
      </p:sp>
      <p:sp>
        <p:nvSpPr>
          <p:cNvPr id="1358852174" name="灯片编号占位符 5"/>
          <p:cNvSpPr>
            <a:spLocks noGrp="1"/>
          </p:cNvSpPr>
          <p:nvPr>
            <p:ph type="sldNum" sz="quarter" idx="12"/>
          </p:nvPr>
        </p:nvSpPr>
        <p:spPr bwMode="auto"/>
        <p:txBody>
          <a:bodyPr/>
          <a:lstStyle/>
          <a:p>
            <a:pPr>
              <a:defRPr/>
            </a:pPr>
            <a:fld id="{91486C89-4691-42B9-AB14-47B5F176D1C2}" type="slidenum">
              <a:rPr lang="zh-CN"/>
              <a:t/>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 userDrawn="1">
  <p:cSld name="标题和内容">
    <p:spTree>
      <p:nvGrpSpPr>
        <p:cNvPr id="1" name=""/>
        <p:cNvGrpSpPr/>
        <p:nvPr/>
      </p:nvGrpSpPr>
      <p:grpSpPr bwMode="auto">
        <a:xfrm>
          <a:off x="0" y="0"/>
          <a:ext cx="0" cy="0"/>
          <a:chOff x="0" y="0"/>
          <a:chExt cx="0" cy="0"/>
        </a:xfrm>
      </p:grpSpPr>
      <p:sp>
        <p:nvSpPr>
          <p:cNvPr id="1907602679" name="标题 1"/>
          <p:cNvSpPr>
            <a:spLocks noGrp="1"/>
          </p:cNvSpPr>
          <p:nvPr>
            <p:ph type="title"/>
          </p:nvPr>
        </p:nvSpPr>
        <p:spPr bwMode="auto"/>
        <p:txBody>
          <a:bodyPr/>
          <a:lstStyle/>
          <a:p>
            <a:pPr>
              <a:defRPr/>
            </a:pPr>
            <a:r>
              <a:rPr lang="zh-CN"/>
              <a:t>单击此处编辑母版标题样式</a:t>
            </a:r>
            <a:endParaRPr lang="zh-CN"/>
          </a:p>
        </p:txBody>
      </p:sp>
      <p:sp>
        <p:nvSpPr>
          <p:cNvPr id="218100262" name="内容占位符 2"/>
          <p:cNvSpPr>
            <a:spLocks noGrp="1"/>
          </p:cNvSpPr>
          <p:nvPr>
            <p:ph idx="1"/>
          </p:nvPr>
        </p:nvSpPr>
        <p:spPr bwMode="auto"/>
        <p:txBody>
          <a:bodyPr/>
          <a:lstStyle/>
          <a:p>
            <a:pPr lvl="0">
              <a:defRPr/>
            </a:pPr>
            <a:r>
              <a:rPr lang="zh-CN"/>
              <a:t>单击此处编辑母版文本样式</a:t>
            </a:r>
            <a:endParaRPr lang="zh-CN"/>
          </a:p>
          <a:p>
            <a:pPr lvl="1">
              <a:defRPr/>
            </a:pPr>
            <a:r>
              <a:rPr lang="zh-CN"/>
              <a:t>二级</a:t>
            </a:r>
            <a:endParaRPr lang="zh-CN"/>
          </a:p>
          <a:p>
            <a:pPr lvl="2">
              <a:defRPr/>
            </a:pPr>
            <a:r>
              <a:rPr lang="zh-CN"/>
              <a:t>三级</a:t>
            </a:r>
            <a:endParaRPr lang="zh-CN"/>
          </a:p>
          <a:p>
            <a:pPr lvl="3">
              <a:defRPr/>
            </a:pPr>
            <a:r>
              <a:rPr lang="zh-CN"/>
              <a:t>四级</a:t>
            </a:r>
            <a:endParaRPr lang="zh-CN"/>
          </a:p>
          <a:p>
            <a:pPr lvl="4">
              <a:defRPr/>
            </a:pPr>
            <a:r>
              <a:rPr lang="zh-CN"/>
              <a:t>五级</a:t>
            </a:r>
            <a:endParaRPr lang="zh-CN"/>
          </a:p>
        </p:txBody>
      </p:sp>
      <p:sp>
        <p:nvSpPr>
          <p:cNvPr id="1062066279" name="日期占位符 3"/>
          <p:cNvSpPr>
            <a:spLocks noGrp="1"/>
          </p:cNvSpPr>
          <p:nvPr>
            <p:ph type="dt" sz="half" idx="10"/>
          </p:nvPr>
        </p:nvSpPr>
        <p:spPr bwMode="auto"/>
        <p:txBody>
          <a:bodyPr/>
          <a:lstStyle/>
          <a:p>
            <a:pPr>
              <a:defRPr/>
            </a:pPr>
            <a:fld id="{0795164F-5ECB-4E81-9D1F-B543C9B828BC}" type="datetimeFigureOut">
              <a:rPr lang="zh-CN"/>
              <a:t/>
            </a:fld>
            <a:endParaRPr lang="zh-CN"/>
          </a:p>
        </p:txBody>
      </p:sp>
      <p:sp>
        <p:nvSpPr>
          <p:cNvPr id="392634594" name="页脚占位符 4"/>
          <p:cNvSpPr>
            <a:spLocks noGrp="1"/>
          </p:cNvSpPr>
          <p:nvPr>
            <p:ph type="ftr" sz="quarter" idx="11"/>
          </p:nvPr>
        </p:nvSpPr>
        <p:spPr bwMode="auto"/>
        <p:txBody>
          <a:bodyPr/>
          <a:lstStyle/>
          <a:p>
            <a:pPr>
              <a:defRPr/>
            </a:pPr>
            <a:endParaRPr lang="zh-CN"/>
          </a:p>
        </p:txBody>
      </p:sp>
      <p:sp>
        <p:nvSpPr>
          <p:cNvPr id="1464945098" name="灯片编号占位符 5"/>
          <p:cNvSpPr>
            <a:spLocks noGrp="1"/>
          </p:cNvSpPr>
          <p:nvPr>
            <p:ph type="sldNum" sz="quarter" idx="12"/>
          </p:nvPr>
        </p:nvSpPr>
        <p:spPr bwMode="auto"/>
        <p:txBody>
          <a:bodyPr/>
          <a:lstStyle/>
          <a:p>
            <a:pPr>
              <a:defRPr/>
            </a:pPr>
            <a:fld id="{91486C89-4691-42B9-AB14-47B5F176D1C2}" type="slidenum">
              <a:rPr lang="zh-CN"/>
              <a:t/>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secHead" userDrawn="1">
  <p:cSld name="节标题">
    <p:spTree>
      <p:nvGrpSpPr>
        <p:cNvPr id="1" name=""/>
        <p:cNvGrpSpPr/>
        <p:nvPr/>
      </p:nvGrpSpPr>
      <p:grpSpPr bwMode="auto">
        <a:xfrm>
          <a:off x="0" y="0"/>
          <a:ext cx="0" cy="0"/>
          <a:chOff x="0" y="0"/>
          <a:chExt cx="0" cy="0"/>
        </a:xfrm>
      </p:grpSpPr>
      <p:sp>
        <p:nvSpPr>
          <p:cNvPr id="1753129129" name="标题 1"/>
          <p:cNvSpPr>
            <a:spLocks noGrp="1"/>
          </p:cNvSpPr>
          <p:nvPr>
            <p:ph type="title"/>
          </p:nvPr>
        </p:nvSpPr>
        <p:spPr bwMode="auto">
          <a:xfrm>
            <a:off x="831850" y="1709738"/>
            <a:ext cx="10515600" cy="2852737"/>
          </a:xfrm>
        </p:spPr>
        <p:txBody>
          <a:bodyPr anchor="b"/>
          <a:lstStyle>
            <a:lvl1pPr>
              <a:defRPr sz="6000"/>
            </a:lvl1pPr>
          </a:lstStyle>
          <a:p>
            <a:pPr>
              <a:defRPr/>
            </a:pPr>
            <a:r>
              <a:rPr lang="zh-CN"/>
              <a:t>单击此处编辑母版标题样式</a:t>
            </a:r>
            <a:endParaRPr lang="zh-CN"/>
          </a:p>
        </p:txBody>
      </p:sp>
      <p:sp>
        <p:nvSpPr>
          <p:cNvPr id="1471758552" name="文本占位符 2"/>
          <p:cNvSpPr>
            <a:spLocks noGrp="1"/>
          </p:cNvSpPr>
          <p:nvPr>
            <p:ph type="body" idx="1"/>
          </p:nvPr>
        </p:nvSpPr>
        <p:spPr bwMode="auto">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defRPr/>
            </a:pPr>
            <a:r>
              <a:rPr lang="zh-CN"/>
              <a:t>单击此处编辑母版文本样式</a:t>
            </a:r>
            <a:endParaRPr lang="zh-CN"/>
          </a:p>
        </p:txBody>
      </p:sp>
      <p:sp>
        <p:nvSpPr>
          <p:cNvPr id="1356318167" name="日期占位符 3"/>
          <p:cNvSpPr>
            <a:spLocks noGrp="1"/>
          </p:cNvSpPr>
          <p:nvPr>
            <p:ph type="dt" sz="half" idx="10"/>
          </p:nvPr>
        </p:nvSpPr>
        <p:spPr bwMode="auto"/>
        <p:txBody>
          <a:bodyPr/>
          <a:lstStyle/>
          <a:p>
            <a:pPr>
              <a:defRPr/>
            </a:pPr>
            <a:fld id="{0795164F-5ECB-4E81-9D1F-B543C9B828BC}" type="datetimeFigureOut">
              <a:rPr lang="zh-CN"/>
              <a:t/>
            </a:fld>
            <a:endParaRPr lang="zh-CN"/>
          </a:p>
        </p:txBody>
      </p:sp>
      <p:sp>
        <p:nvSpPr>
          <p:cNvPr id="1394077050" name="页脚占位符 4"/>
          <p:cNvSpPr>
            <a:spLocks noGrp="1"/>
          </p:cNvSpPr>
          <p:nvPr>
            <p:ph type="ftr" sz="quarter" idx="11"/>
          </p:nvPr>
        </p:nvSpPr>
        <p:spPr bwMode="auto"/>
        <p:txBody>
          <a:bodyPr/>
          <a:lstStyle/>
          <a:p>
            <a:pPr>
              <a:defRPr/>
            </a:pPr>
            <a:endParaRPr lang="zh-CN"/>
          </a:p>
        </p:txBody>
      </p:sp>
      <p:sp>
        <p:nvSpPr>
          <p:cNvPr id="800065745" name="灯片编号占位符 5"/>
          <p:cNvSpPr>
            <a:spLocks noGrp="1"/>
          </p:cNvSpPr>
          <p:nvPr>
            <p:ph type="sldNum" sz="quarter" idx="12"/>
          </p:nvPr>
        </p:nvSpPr>
        <p:spPr bwMode="auto"/>
        <p:txBody>
          <a:bodyPr/>
          <a:lstStyle/>
          <a:p>
            <a:pPr>
              <a:defRPr/>
            </a:pPr>
            <a:fld id="{91486C89-4691-42B9-AB14-47B5F176D1C2}" type="slidenum">
              <a:rPr lang="zh-CN"/>
              <a:t/>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Obj" userDrawn="1">
  <p:cSld name="两栏内容">
    <p:spTree>
      <p:nvGrpSpPr>
        <p:cNvPr id="1" name=""/>
        <p:cNvGrpSpPr/>
        <p:nvPr/>
      </p:nvGrpSpPr>
      <p:grpSpPr bwMode="auto">
        <a:xfrm>
          <a:off x="0" y="0"/>
          <a:ext cx="0" cy="0"/>
          <a:chOff x="0" y="0"/>
          <a:chExt cx="0" cy="0"/>
        </a:xfrm>
      </p:grpSpPr>
      <p:sp>
        <p:nvSpPr>
          <p:cNvPr id="1309281788" name="标题 1"/>
          <p:cNvSpPr>
            <a:spLocks noGrp="1"/>
          </p:cNvSpPr>
          <p:nvPr>
            <p:ph type="title"/>
          </p:nvPr>
        </p:nvSpPr>
        <p:spPr bwMode="auto"/>
        <p:txBody>
          <a:bodyPr/>
          <a:lstStyle/>
          <a:p>
            <a:pPr>
              <a:defRPr/>
            </a:pPr>
            <a:r>
              <a:rPr lang="zh-CN"/>
              <a:t>单击此处编辑母版标题样式</a:t>
            </a:r>
            <a:endParaRPr lang="zh-CN"/>
          </a:p>
        </p:txBody>
      </p:sp>
      <p:sp>
        <p:nvSpPr>
          <p:cNvPr id="1889763693" name="内容占位符 2"/>
          <p:cNvSpPr>
            <a:spLocks noGrp="1"/>
          </p:cNvSpPr>
          <p:nvPr>
            <p:ph sz="half" idx="1"/>
          </p:nvPr>
        </p:nvSpPr>
        <p:spPr bwMode="auto">
          <a:xfrm>
            <a:off x="838200" y="1825625"/>
            <a:ext cx="5181600" cy="4351338"/>
          </a:xfrm>
        </p:spPr>
        <p:txBody>
          <a:bodyPr/>
          <a:lstStyle/>
          <a:p>
            <a:pPr lvl="0">
              <a:defRPr/>
            </a:pPr>
            <a:r>
              <a:rPr lang="zh-CN"/>
              <a:t>单击此处编辑母版文本样式</a:t>
            </a:r>
            <a:endParaRPr lang="zh-CN"/>
          </a:p>
          <a:p>
            <a:pPr lvl="1">
              <a:defRPr/>
            </a:pPr>
            <a:r>
              <a:rPr lang="zh-CN"/>
              <a:t>二级</a:t>
            </a:r>
            <a:endParaRPr lang="zh-CN"/>
          </a:p>
          <a:p>
            <a:pPr lvl="2">
              <a:defRPr/>
            </a:pPr>
            <a:r>
              <a:rPr lang="zh-CN"/>
              <a:t>三级</a:t>
            </a:r>
            <a:endParaRPr lang="zh-CN"/>
          </a:p>
          <a:p>
            <a:pPr lvl="3">
              <a:defRPr/>
            </a:pPr>
            <a:r>
              <a:rPr lang="zh-CN"/>
              <a:t>四级</a:t>
            </a:r>
            <a:endParaRPr lang="zh-CN"/>
          </a:p>
          <a:p>
            <a:pPr lvl="4">
              <a:defRPr/>
            </a:pPr>
            <a:r>
              <a:rPr lang="zh-CN"/>
              <a:t>五级</a:t>
            </a:r>
            <a:endParaRPr lang="zh-CN"/>
          </a:p>
        </p:txBody>
      </p:sp>
      <p:sp>
        <p:nvSpPr>
          <p:cNvPr id="1290749002" name="内容占位符 3"/>
          <p:cNvSpPr>
            <a:spLocks noGrp="1"/>
          </p:cNvSpPr>
          <p:nvPr>
            <p:ph sz="half" idx="2"/>
          </p:nvPr>
        </p:nvSpPr>
        <p:spPr bwMode="auto">
          <a:xfrm>
            <a:off x="6172200" y="1825625"/>
            <a:ext cx="5181600" cy="4351338"/>
          </a:xfrm>
        </p:spPr>
        <p:txBody>
          <a:bodyPr/>
          <a:lstStyle/>
          <a:p>
            <a:pPr lvl="0">
              <a:defRPr/>
            </a:pPr>
            <a:r>
              <a:rPr lang="zh-CN"/>
              <a:t>单击此处编辑母版文本样式</a:t>
            </a:r>
            <a:endParaRPr lang="zh-CN"/>
          </a:p>
          <a:p>
            <a:pPr lvl="1">
              <a:defRPr/>
            </a:pPr>
            <a:r>
              <a:rPr lang="zh-CN"/>
              <a:t>二级</a:t>
            </a:r>
            <a:endParaRPr lang="zh-CN"/>
          </a:p>
          <a:p>
            <a:pPr lvl="2">
              <a:defRPr/>
            </a:pPr>
            <a:r>
              <a:rPr lang="zh-CN"/>
              <a:t>三级</a:t>
            </a:r>
            <a:endParaRPr lang="zh-CN"/>
          </a:p>
          <a:p>
            <a:pPr lvl="3">
              <a:defRPr/>
            </a:pPr>
            <a:r>
              <a:rPr lang="zh-CN"/>
              <a:t>四级</a:t>
            </a:r>
            <a:endParaRPr lang="zh-CN"/>
          </a:p>
          <a:p>
            <a:pPr lvl="4">
              <a:defRPr/>
            </a:pPr>
            <a:r>
              <a:rPr lang="zh-CN"/>
              <a:t>五级</a:t>
            </a:r>
            <a:endParaRPr lang="zh-CN"/>
          </a:p>
        </p:txBody>
      </p:sp>
      <p:sp>
        <p:nvSpPr>
          <p:cNvPr id="1635432470" name="日期占位符 4"/>
          <p:cNvSpPr>
            <a:spLocks noGrp="1"/>
          </p:cNvSpPr>
          <p:nvPr>
            <p:ph type="dt" sz="half" idx="10"/>
          </p:nvPr>
        </p:nvSpPr>
        <p:spPr bwMode="auto"/>
        <p:txBody>
          <a:bodyPr/>
          <a:lstStyle/>
          <a:p>
            <a:pPr>
              <a:defRPr/>
            </a:pPr>
            <a:fld id="{0795164F-5ECB-4E81-9D1F-B543C9B828BC}" type="datetimeFigureOut">
              <a:rPr lang="zh-CN"/>
              <a:t/>
            </a:fld>
            <a:endParaRPr lang="zh-CN"/>
          </a:p>
        </p:txBody>
      </p:sp>
      <p:sp>
        <p:nvSpPr>
          <p:cNvPr id="1607174888" name="页脚占位符 5"/>
          <p:cNvSpPr>
            <a:spLocks noGrp="1"/>
          </p:cNvSpPr>
          <p:nvPr>
            <p:ph type="ftr" sz="quarter" idx="11"/>
          </p:nvPr>
        </p:nvSpPr>
        <p:spPr bwMode="auto"/>
        <p:txBody>
          <a:bodyPr/>
          <a:lstStyle/>
          <a:p>
            <a:pPr>
              <a:defRPr/>
            </a:pPr>
            <a:endParaRPr lang="zh-CN"/>
          </a:p>
        </p:txBody>
      </p:sp>
      <p:sp>
        <p:nvSpPr>
          <p:cNvPr id="2118636059" name="灯片编号占位符 6"/>
          <p:cNvSpPr>
            <a:spLocks noGrp="1"/>
          </p:cNvSpPr>
          <p:nvPr>
            <p:ph type="sldNum" sz="quarter" idx="12"/>
          </p:nvPr>
        </p:nvSpPr>
        <p:spPr bwMode="auto"/>
        <p:txBody>
          <a:bodyPr/>
          <a:lstStyle/>
          <a:p>
            <a:pPr>
              <a:defRPr/>
            </a:pPr>
            <a:fld id="{91486C89-4691-42B9-AB14-47B5F176D1C2}" type="slidenum">
              <a:rPr lang="zh-CN"/>
              <a:t/>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woTxTwoObj" userDrawn="1">
  <p:cSld name="比较">
    <p:spTree>
      <p:nvGrpSpPr>
        <p:cNvPr id="1" name=""/>
        <p:cNvGrpSpPr/>
        <p:nvPr/>
      </p:nvGrpSpPr>
      <p:grpSpPr bwMode="auto">
        <a:xfrm>
          <a:off x="0" y="0"/>
          <a:ext cx="0" cy="0"/>
          <a:chOff x="0" y="0"/>
          <a:chExt cx="0" cy="0"/>
        </a:xfrm>
      </p:grpSpPr>
      <p:sp>
        <p:nvSpPr>
          <p:cNvPr id="640305916" name="标题 1"/>
          <p:cNvSpPr>
            <a:spLocks noGrp="1"/>
          </p:cNvSpPr>
          <p:nvPr>
            <p:ph type="title"/>
          </p:nvPr>
        </p:nvSpPr>
        <p:spPr bwMode="auto">
          <a:xfrm>
            <a:off x="839788" y="365125"/>
            <a:ext cx="10515600" cy="1325563"/>
          </a:xfrm>
        </p:spPr>
        <p:txBody>
          <a:bodyPr/>
          <a:lstStyle/>
          <a:p>
            <a:pPr>
              <a:defRPr/>
            </a:pPr>
            <a:r>
              <a:rPr lang="zh-CN"/>
              <a:t>单击此处编辑母版标题样式</a:t>
            </a:r>
            <a:endParaRPr lang="zh-CN"/>
          </a:p>
        </p:txBody>
      </p:sp>
      <p:sp>
        <p:nvSpPr>
          <p:cNvPr id="1330912956" name="文本占位符 2"/>
          <p:cNvSpPr>
            <a:spLocks noGrp="1"/>
          </p:cNvSpPr>
          <p:nvPr>
            <p:ph type="body" idx="1"/>
          </p:nvPr>
        </p:nvSpPr>
        <p:spPr bwMode="auto">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zh-CN"/>
              <a:t>单击此处编辑母版文本样式</a:t>
            </a:r>
            <a:endParaRPr lang="zh-CN"/>
          </a:p>
        </p:txBody>
      </p:sp>
      <p:sp>
        <p:nvSpPr>
          <p:cNvPr id="127744435" name="内容占位符 3"/>
          <p:cNvSpPr>
            <a:spLocks noGrp="1"/>
          </p:cNvSpPr>
          <p:nvPr>
            <p:ph sz="half" idx="2"/>
          </p:nvPr>
        </p:nvSpPr>
        <p:spPr bwMode="auto">
          <a:xfrm>
            <a:off x="839788" y="2505074"/>
            <a:ext cx="5157787" cy="3684588"/>
          </a:xfrm>
        </p:spPr>
        <p:txBody>
          <a:bodyPr/>
          <a:lstStyle/>
          <a:p>
            <a:pPr lvl="0">
              <a:defRPr/>
            </a:pPr>
            <a:r>
              <a:rPr lang="zh-CN"/>
              <a:t>单击此处编辑母版文本样式</a:t>
            </a:r>
            <a:endParaRPr lang="zh-CN"/>
          </a:p>
          <a:p>
            <a:pPr lvl="1">
              <a:defRPr/>
            </a:pPr>
            <a:r>
              <a:rPr lang="zh-CN"/>
              <a:t>二级</a:t>
            </a:r>
            <a:endParaRPr lang="zh-CN"/>
          </a:p>
          <a:p>
            <a:pPr lvl="2">
              <a:defRPr/>
            </a:pPr>
            <a:r>
              <a:rPr lang="zh-CN"/>
              <a:t>三级</a:t>
            </a:r>
            <a:endParaRPr lang="zh-CN"/>
          </a:p>
          <a:p>
            <a:pPr lvl="3">
              <a:defRPr/>
            </a:pPr>
            <a:r>
              <a:rPr lang="zh-CN"/>
              <a:t>四级</a:t>
            </a:r>
            <a:endParaRPr lang="zh-CN"/>
          </a:p>
          <a:p>
            <a:pPr lvl="4">
              <a:defRPr/>
            </a:pPr>
            <a:r>
              <a:rPr lang="zh-CN"/>
              <a:t>五级</a:t>
            </a:r>
            <a:endParaRPr lang="zh-CN"/>
          </a:p>
        </p:txBody>
      </p:sp>
      <p:sp>
        <p:nvSpPr>
          <p:cNvPr id="1191519020" name="文本占位符 4"/>
          <p:cNvSpPr>
            <a:spLocks noGrp="1"/>
          </p:cNvSpPr>
          <p:nvPr>
            <p:ph type="body" sz="quarter" idx="3"/>
          </p:nvPr>
        </p:nvSpPr>
        <p:spPr bwMode="auto">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defRPr/>
            </a:pPr>
            <a:r>
              <a:rPr lang="zh-CN"/>
              <a:t>单击此处编辑母版文本样式</a:t>
            </a:r>
            <a:endParaRPr lang="zh-CN"/>
          </a:p>
        </p:txBody>
      </p:sp>
      <p:sp>
        <p:nvSpPr>
          <p:cNvPr id="1537761077" name="内容占位符 5"/>
          <p:cNvSpPr>
            <a:spLocks noGrp="1"/>
          </p:cNvSpPr>
          <p:nvPr>
            <p:ph sz="quarter" idx="4"/>
          </p:nvPr>
        </p:nvSpPr>
        <p:spPr bwMode="auto">
          <a:xfrm>
            <a:off x="6172200" y="2505074"/>
            <a:ext cx="5183188" cy="3684588"/>
          </a:xfrm>
        </p:spPr>
        <p:txBody>
          <a:bodyPr/>
          <a:lstStyle/>
          <a:p>
            <a:pPr lvl="0">
              <a:defRPr/>
            </a:pPr>
            <a:r>
              <a:rPr lang="zh-CN"/>
              <a:t>单击此处编辑母版文本样式</a:t>
            </a:r>
            <a:endParaRPr lang="zh-CN"/>
          </a:p>
          <a:p>
            <a:pPr lvl="1">
              <a:defRPr/>
            </a:pPr>
            <a:r>
              <a:rPr lang="zh-CN"/>
              <a:t>二级</a:t>
            </a:r>
            <a:endParaRPr lang="zh-CN"/>
          </a:p>
          <a:p>
            <a:pPr lvl="2">
              <a:defRPr/>
            </a:pPr>
            <a:r>
              <a:rPr lang="zh-CN"/>
              <a:t>三级</a:t>
            </a:r>
            <a:endParaRPr lang="zh-CN"/>
          </a:p>
          <a:p>
            <a:pPr lvl="3">
              <a:defRPr/>
            </a:pPr>
            <a:r>
              <a:rPr lang="zh-CN"/>
              <a:t>四级</a:t>
            </a:r>
            <a:endParaRPr lang="zh-CN"/>
          </a:p>
          <a:p>
            <a:pPr lvl="4">
              <a:defRPr/>
            </a:pPr>
            <a:r>
              <a:rPr lang="zh-CN"/>
              <a:t>五级</a:t>
            </a:r>
            <a:endParaRPr lang="zh-CN"/>
          </a:p>
        </p:txBody>
      </p:sp>
      <p:sp>
        <p:nvSpPr>
          <p:cNvPr id="528784960" name="日期占位符 6"/>
          <p:cNvSpPr>
            <a:spLocks noGrp="1"/>
          </p:cNvSpPr>
          <p:nvPr>
            <p:ph type="dt" sz="half" idx="10"/>
          </p:nvPr>
        </p:nvSpPr>
        <p:spPr bwMode="auto"/>
        <p:txBody>
          <a:bodyPr/>
          <a:lstStyle/>
          <a:p>
            <a:pPr>
              <a:defRPr/>
            </a:pPr>
            <a:fld id="{0795164F-5ECB-4E81-9D1F-B543C9B828BC}" type="datetimeFigureOut">
              <a:rPr lang="zh-CN"/>
              <a:t/>
            </a:fld>
            <a:endParaRPr lang="zh-CN"/>
          </a:p>
        </p:txBody>
      </p:sp>
      <p:sp>
        <p:nvSpPr>
          <p:cNvPr id="1134255006" name="页脚占位符 7"/>
          <p:cNvSpPr>
            <a:spLocks noGrp="1"/>
          </p:cNvSpPr>
          <p:nvPr>
            <p:ph type="ftr" sz="quarter" idx="11"/>
          </p:nvPr>
        </p:nvSpPr>
        <p:spPr bwMode="auto"/>
        <p:txBody>
          <a:bodyPr/>
          <a:lstStyle/>
          <a:p>
            <a:pPr>
              <a:defRPr/>
            </a:pPr>
            <a:endParaRPr lang="zh-CN"/>
          </a:p>
        </p:txBody>
      </p:sp>
      <p:sp>
        <p:nvSpPr>
          <p:cNvPr id="766322213" name="灯片编号占位符 8"/>
          <p:cNvSpPr>
            <a:spLocks noGrp="1"/>
          </p:cNvSpPr>
          <p:nvPr>
            <p:ph type="sldNum" sz="quarter" idx="12"/>
          </p:nvPr>
        </p:nvSpPr>
        <p:spPr bwMode="auto"/>
        <p:txBody>
          <a:bodyPr/>
          <a:lstStyle/>
          <a:p>
            <a:pPr>
              <a:defRPr/>
            </a:pPr>
            <a:fld id="{91486C89-4691-42B9-AB14-47B5F176D1C2}" type="slidenum">
              <a:rPr lang="zh-CN"/>
              <a:t/>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titleOnly" userDrawn="1">
  <p:cSld name="仅标题">
    <p:spTree>
      <p:nvGrpSpPr>
        <p:cNvPr id="1" name=""/>
        <p:cNvGrpSpPr/>
        <p:nvPr/>
      </p:nvGrpSpPr>
      <p:grpSpPr bwMode="auto">
        <a:xfrm>
          <a:off x="0" y="0"/>
          <a:ext cx="0" cy="0"/>
          <a:chOff x="0" y="0"/>
          <a:chExt cx="0" cy="0"/>
        </a:xfrm>
      </p:grpSpPr>
      <p:sp>
        <p:nvSpPr>
          <p:cNvPr id="1151916554" name="标题 1"/>
          <p:cNvSpPr>
            <a:spLocks noGrp="1"/>
          </p:cNvSpPr>
          <p:nvPr>
            <p:ph type="title"/>
          </p:nvPr>
        </p:nvSpPr>
        <p:spPr bwMode="auto"/>
        <p:txBody>
          <a:bodyPr/>
          <a:lstStyle/>
          <a:p>
            <a:pPr>
              <a:defRPr/>
            </a:pPr>
            <a:r>
              <a:rPr lang="zh-CN"/>
              <a:t>单击此处编辑母版标题样式</a:t>
            </a:r>
            <a:endParaRPr lang="zh-CN"/>
          </a:p>
        </p:txBody>
      </p:sp>
      <p:sp>
        <p:nvSpPr>
          <p:cNvPr id="1428843726" name="日期占位符 2"/>
          <p:cNvSpPr>
            <a:spLocks noGrp="1"/>
          </p:cNvSpPr>
          <p:nvPr>
            <p:ph type="dt" sz="half" idx="10"/>
          </p:nvPr>
        </p:nvSpPr>
        <p:spPr bwMode="auto"/>
        <p:txBody>
          <a:bodyPr/>
          <a:lstStyle/>
          <a:p>
            <a:pPr>
              <a:defRPr/>
            </a:pPr>
            <a:fld id="{0795164F-5ECB-4E81-9D1F-B543C9B828BC}" type="datetimeFigureOut">
              <a:rPr lang="zh-CN"/>
              <a:t/>
            </a:fld>
            <a:endParaRPr lang="zh-CN"/>
          </a:p>
        </p:txBody>
      </p:sp>
      <p:sp>
        <p:nvSpPr>
          <p:cNvPr id="1963442123" name="页脚占位符 3"/>
          <p:cNvSpPr>
            <a:spLocks noGrp="1"/>
          </p:cNvSpPr>
          <p:nvPr>
            <p:ph type="ftr" sz="quarter" idx="11"/>
          </p:nvPr>
        </p:nvSpPr>
        <p:spPr bwMode="auto"/>
        <p:txBody>
          <a:bodyPr/>
          <a:lstStyle/>
          <a:p>
            <a:pPr>
              <a:defRPr/>
            </a:pPr>
            <a:endParaRPr lang="zh-CN"/>
          </a:p>
        </p:txBody>
      </p:sp>
      <p:sp>
        <p:nvSpPr>
          <p:cNvPr id="1429252512" name="灯片编号占位符 4"/>
          <p:cNvSpPr>
            <a:spLocks noGrp="1"/>
          </p:cNvSpPr>
          <p:nvPr>
            <p:ph type="sldNum" sz="quarter" idx="12"/>
          </p:nvPr>
        </p:nvSpPr>
        <p:spPr bwMode="auto"/>
        <p:txBody>
          <a:bodyPr/>
          <a:lstStyle/>
          <a:p>
            <a:pPr>
              <a:defRPr/>
            </a:pPr>
            <a:fld id="{91486C89-4691-42B9-AB14-47B5F176D1C2}" type="slidenum">
              <a:rPr lang="zh-CN"/>
              <a:t/>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blank" userDrawn="1">
  <p:cSld name="空白">
    <p:spTree>
      <p:nvGrpSpPr>
        <p:cNvPr id="1" name=""/>
        <p:cNvGrpSpPr/>
        <p:nvPr/>
      </p:nvGrpSpPr>
      <p:grpSpPr bwMode="auto">
        <a:xfrm>
          <a:off x="0" y="0"/>
          <a:ext cx="0" cy="0"/>
          <a:chOff x="0" y="0"/>
          <a:chExt cx="0" cy="0"/>
        </a:xfrm>
      </p:grpSpPr>
      <p:sp>
        <p:nvSpPr>
          <p:cNvPr id="912323794" name="日期占位符 1"/>
          <p:cNvSpPr>
            <a:spLocks noGrp="1"/>
          </p:cNvSpPr>
          <p:nvPr>
            <p:ph type="dt" sz="half" idx="10"/>
          </p:nvPr>
        </p:nvSpPr>
        <p:spPr bwMode="auto"/>
        <p:txBody>
          <a:bodyPr/>
          <a:lstStyle/>
          <a:p>
            <a:pPr>
              <a:defRPr/>
            </a:pPr>
            <a:fld id="{0795164F-5ECB-4E81-9D1F-B543C9B828BC}" type="datetimeFigureOut">
              <a:rPr lang="zh-CN"/>
              <a:t/>
            </a:fld>
            <a:endParaRPr lang="zh-CN"/>
          </a:p>
        </p:txBody>
      </p:sp>
      <p:sp>
        <p:nvSpPr>
          <p:cNvPr id="1283867052" name="页脚占位符 2"/>
          <p:cNvSpPr>
            <a:spLocks noGrp="1"/>
          </p:cNvSpPr>
          <p:nvPr>
            <p:ph type="ftr" sz="quarter" idx="11"/>
          </p:nvPr>
        </p:nvSpPr>
        <p:spPr bwMode="auto"/>
        <p:txBody>
          <a:bodyPr/>
          <a:lstStyle/>
          <a:p>
            <a:pPr>
              <a:defRPr/>
            </a:pPr>
            <a:endParaRPr lang="zh-CN"/>
          </a:p>
        </p:txBody>
      </p:sp>
      <p:sp>
        <p:nvSpPr>
          <p:cNvPr id="1956348865" name="灯片编号占位符 3"/>
          <p:cNvSpPr>
            <a:spLocks noGrp="1"/>
          </p:cNvSpPr>
          <p:nvPr>
            <p:ph type="sldNum" sz="quarter" idx="12"/>
          </p:nvPr>
        </p:nvSpPr>
        <p:spPr bwMode="auto"/>
        <p:txBody>
          <a:bodyPr/>
          <a:lstStyle/>
          <a:p>
            <a:pPr>
              <a:defRPr/>
            </a:pPr>
            <a:fld id="{91486C89-4691-42B9-AB14-47B5F176D1C2}" type="slidenum">
              <a:rPr lang="zh-CN"/>
              <a:t/>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objTx" userDrawn="1">
  <p:cSld name="内容与标题">
    <p:spTree>
      <p:nvGrpSpPr>
        <p:cNvPr id="1" name=""/>
        <p:cNvGrpSpPr/>
        <p:nvPr/>
      </p:nvGrpSpPr>
      <p:grpSpPr bwMode="auto">
        <a:xfrm>
          <a:off x="0" y="0"/>
          <a:ext cx="0" cy="0"/>
          <a:chOff x="0" y="0"/>
          <a:chExt cx="0" cy="0"/>
        </a:xfrm>
      </p:grpSpPr>
      <p:sp>
        <p:nvSpPr>
          <p:cNvPr id="1893062982" name="标题 1"/>
          <p:cNvSpPr>
            <a:spLocks noGrp="1"/>
          </p:cNvSpPr>
          <p:nvPr>
            <p:ph type="title"/>
          </p:nvPr>
        </p:nvSpPr>
        <p:spPr bwMode="auto">
          <a:xfrm>
            <a:off x="839788" y="457200"/>
            <a:ext cx="3932237" cy="1600200"/>
          </a:xfrm>
        </p:spPr>
        <p:txBody>
          <a:bodyPr anchor="b"/>
          <a:lstStyle>
            <a:lvl1pPr>
              <a:defRPr sz="3200"/>
            </a:lvl1pPr>
          </a:lstStyle>
          <a:p>
            <a:pPr>
              <a:defRPr/>
            </a:pPr>
            <a:r>
              <a:rPr lang="zh-CN"/>
              <a:t>单击此处编辑母版标题样式</a:t>
            </a:r>
            <a:endParaRPr lang="zh-CN"/>
          </a:p>
        </p:txBody>
      </p:sp>
      <p:sp>
        <p:nvSpPr>
          <p:cNvPr id="1635130106" name="内容占位符 2"/>
          <p:cNvSpPr>
            <a:spLocks noGrp="1"/>
          </p:cNvSpPr>
          <p:nvPr>
            <p:ph idx="1"/>
          </p:nvPr>
        </p:nvSpPr>
        <p:spPr bwMode="auto">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defRPr/>
            </a:pPr>
            <a:r>
              <a:rPr lang="zh-CN"/>
              <a:t>单击此处编辑母版文本样式</a:t>
            </a:r>
            <a:endParaRPr lang="zh-CN"/>
          </a:p>
          <a:p>
            <a:pPr lvl="1">
              <a:defRPr/>
            </a:pPr>
            <a:r>
              <a:rPr lang="zh-CN"/>
              <a:t>二级</a:t>
            </a:r>
            <a:endParaRPr lang="zh-CN"/>
          </a:p>
          <a:p>
            <a:pPr lvl="2">
              <a:defRPr/>
            </a:pPr>
            <a:r>
              <a:rPr lang="zh-CN"/>
              <a:t>三级</a:t>
            </a:r>
            <a:endParaRPr lang="zh-CN"/>
          </a:p>
          <a:p>
            <a:pPr lvl="3">
              <a:defRPr/>
            </a:pPr>
            <a:r>
              <a:rPr lang="zh-CN"/>
              <a:t>四级</a:t>
            </a:r>
            <a:endParaRPr lang="zh-CN"/>
          </a:p>
          <a:p>
            <a:pPr lvl="4">
              <a:defRPr/>
            </a:pPr>
            <a:r>
              <a:rPr lang="zh-CN"/>
              <a:t>五级</a:t>
            </a:r>
            <a:endParaRPr lang="zh-CN"/>
          </a:p>
        </p:txBody>
      </p:sp>
      <p:sp>
        <p:nvSpPr>
          <p:cNvPr id="10414506" name="文本占位符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zh-CN"/>
              <a:t>单击此处编辑母版文本样式</a:t>
            </a:r>
            <a:endParaRPr lang="zh-CN"/>
          </a:p>
        </p:txBody>
      </p:sp>
      <p:sp>
        <p:nvSpPr>
          <p:cNvPr id="1210730680" name="日期占位符 4"/>
          <p:cNvSpPr>
            <a:spLocks noGrp="1"/>
          </p:cNvSpPr>
          <p:nvPr>
            <p:ph type="dt" sz="half" idx="10"/>
          </p:nvPr>
        </p:nvSpPr>
        <p:spPr bwMode="auto"/>
        <p:txBody>
          <a:bodyPr/>
          <a:lstStyle/>
          <a:p>
            <a:pPr>
              <a:defRPr/>
            </a:pPr>
            <a:fld id="{0795164F-5ECB-4E81-9D1F-B543C9B828BC}" type="datetimeFigureOut">
              <a:rPr lang="zh-CN"/>
              <a:t/>
            </a:fld>
            <a:endParaRPr lang="zh-CN"/>
          </a:p>
        </p:txBody>
      </p:sp>
      <p:sp>
        <p:nvSpPr>
          <p:cNvPr id="652621094" name="页脚占位符 5"/>
          <p:cNvSpPr>
            <a:spLocks noGrp="1"/>
          </p:cNvSpPr>
          <p:nvPr>
            <p:ph type="ftr" sz="quarter" idx="11"/>
          </p:nvPr>
        </p:nvSpPr>
        <p:spPr bwMode="auto"/>
        <p:txBody>
          <a:bodyPr/>
          <a:lstStyle/>
          <a:p>
            <a:pPr>
              <a:defRPr/>
            </a:pPr>
            <a:endParaRPr lang="zh-CN"/>
          </a:p>
        </p:txBody>
      </p:sp>
      <p:sp>
        <p:nvSpPr>
          <p:cNvPr id="477916739" name="灯片编号占位符 6"/>
          <p:cNvSpPr>
            <a:spLocks noGrp="1"/>
          </p:cNvSpPr>
          <p:nvPr>
            <p:ph type="sldNum" sz="quarter" idx="12"/>
          </p:nvPr>
        </p:nvSpPr>
        <p:spPr bwMode="auto"/>
        <p:txBody>
          <a:bodyPr/>
          <a:lstStyle/>
          <a:p>
            <a:pPr>
              <a:defRPr/>
            </a:pPr>
            <a:fld id="{91486C89-4691-42B9-AB14-47B5F176D1C2}" type="slidenum">
              <a:rPr lang="zh-CN"/>
              <a:t/>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picTx" userDrawn="1">
  <p:cSld name="图片与标题">
    <p:spTree>
      <p:nvGrpSpPr>
        <p:cNvPr id="1" name=""/>
        <p:cNvGrpSpPr/>
        <p:nvPr/>
      </p:nvGrpSpPr>
      <p:grpSpPr bwMode="auto">
        <a:xfrm>
          <a:off x="0" y="0"/>
          <a:ext cx="0" cy="0"/>
          <a:chOff x="0" y="0"/>
          <a:chExt cx="0" cy="0"/>
        </a:xfrm>
      </p:grpSpPr>
      <p:sp>
        <p:nvSpPr>
          <p:cNvPr id="550896474" name="标题 1"/>
          <p:cNvSpPr>
            <a:spLocks noGrp="1"/>
          </p:cNvSpPr>
          <p:nvPr>
            <p:ph type="title"/>
          </p:nvPr>
        </p:nvSpPr>
        <p:spPr bwMode="auto">
          <a:xfrm>
            <a:off x="839788" y="457200"/>
            <a:ext cx="3932237" cy="1600200"/>
          </a:xfrm>
        </p:spPr>
        <p:txBody>
          <a:bodyPr anchor="b"/>
          <a:lstStyle>
            <a:lvl1pPr>
              <a:defRPr sz="3200"/>
            </a:lvl1pPr>
          </a:lstStyle>
          <a:p>
            <a:pPr>
              <a:defRPr/>
            </a:pPr>
            <a:r>
              <a:rPr lang="zh-CN"/>
              <a:t>单击此处编辑母版标题样式</a:t>
            </a:r>
            <a:endParaRPr lang="zh-CN"/>
          </a:p>
        </p:txBody>
      </p:sp>
      <p:sp>
        <p:nvSpPr>
          <p:cNvPr id="1683163046" name="图片占位符 2"/>
          <p:cNvSpPr>
            <a:spLocks noGrp="1"/>
          </p:cNvSpPr>
          <p:nvPr>
            <p:ph type="pic" idx="1"/>
          </p:nvPr>
        </p:nvSpPr>
        <p:spPr bwMode="auto">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a:defRPr/>
            </a:pPr>
            <a:endParaRPr lang="zh-CN"/>
          </a:p>
        </p:txBody>
      </p:sp>
      <p:sp>
        <p:nvSpPr>
          <p:cNvPr id="384380807" name="文本占位符 3"/>
          <p:cNvSpPr>
            <a:spLocks noGrp="1"/>
          </p:cNvSpPr>
          <p:nvPr>
            <p:ph type="body" sz="half" idx="2"/>
          </p:nvPr>
        </p:nvSpPr>
        <p:spPr bwMode="auto">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defRPr/>
            </a:pPr>
            <a:r>
              <a:rPr lang="zh-CN"/>
              <a:t>单击此处编辑母版文本样式</a:t>
            </a:r>
            <a:endParaRPr lang="zh-CN"/>
          </a:p>
        </p:txBody>
      </p:sp>
      <p:sp>
        <p:nvSpPr>
          <p:cNvPr id="2015986009" name="日期占位符 4"/>
          <p:cNvSpPr>
            <a:spLocks noGrp="1"/>
          </p:cNvSpPr>
          <p:nvPr>
            <p:ph type="dt" sz="half" idx="10"/>
          </p:nvPr>
        </p:nvSpPr>
        <p:spPr bwMode="auto"/>
        <p:txBody>
          <a:bodyPr/>
          <a:lstStyle/>
          <a:p>
            <a:pPr>
              <a:defRPr/>
            </a:pPr>
            <a:fld id="{0795164F-5ECB-4E81-9D1F-B543C9B828BC}" type="datetimeFigureOut">
              <a:rPr lang="zh-CN"/>
              <a:t/>
            </a:fld>
            <a:endParaRPr lang="zh-CN"/>
          </a:p>
        </p:txBody>
      </p:sp>
      <p:sp>
        <p:nvSpPr>
          <p:cNvPr id="165789599" name="页脚占位符 5"/>
          <p:cNvSpPr>
            <a:spLocks noGrp="1"/>
          </p:cNvSpPr>
          <p:nvPr>
            <p:ph type="ftr" sz="quarter" idx="11"/>
          </p:nvPr>
        </p:nvSpPr>
        <p:spPr bwMode="auto"/>
        <p:txBody>
          <a:bodyPr/>
          <a:lstStyle/>
          <a:p>
            <a:pPr>
              <a:defRPr/>
            </a:pPr>
            <a:endParaRPr lang="zh-CN"/>
          </a:p>
        </p:txBody>
      </p:sp>
      <p:sp>
        <p:nvSpPr>
          <p:cNvPr id="1027863740" name="灯片编号占位符 6"/>
          <p:cNvSpPr>
            <a:spLocks noGrp="1"/>
          </p:cNvSpPr>
          <p:nvPr>
            <p:ph type="sldNum" sz="quarter" idx="12"/>
          </p:nvPr>
        </p:nvSpPr>
        <p:spPr bwMode="auto"/>
        <p:txBody>
          <a:bodyPr/>
          <a:lstStyle/>
          <a:p>
            <a:pPr>
              <a:defRPr/>
            </a:pPr>
            <a:fld id="{91486C89-4691-42B9-AB14-47B5F176D1C2}" type="slidenum">
              <a:rPr lang="zh-CN"/>
              <a:t/>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x" userDrawn="1">
  <p:cSld name="标题和竖排文字">
    <p:spTree>
      <p:nvGrpSpPr>
        <p:cNvPr id="1" name=""/>
        <p:cNvGrpSpPr/>
        <p:nvPr/>
      </p:nvGrpSpPr>
      <p:grpSpPr bwMode="auto">
        <a:xfrm>
          <a:off x="0" y="0"/>
          <a:ext cx="0" cy="0"/>
          <a:chOff x="0" y="0"/>
          <a:chExt cx="0" cy="0"/>
        </a:xfrm>
      </p:grpSpPr>
      <p:sp>
        <p:nvSpPr>
          <p:cNvPr id="233488502" name="标题 1"/>
          <p:cNvSpPr>
            <a:spLocks noGrp="1"/>
          </p:cNvSpPr>
          <p:nvPr>
            <p:ph type="title"/>
          </p:nvPr>
        </p:nvSpPr>
        <p:spPr bwMode="auto"/>
        <p:txBody>
          <a:bodyPr/>
          <a:lstStyle/>
          <a:p>
            <a:pPr>
              <a:defRPr/>
            </a:pPr>
            <a:r>
              <a:rPr lang="zh-CN"/>
              <a:t>单击此处编辑母版标题样式</a:t>
            </a:r>
            <a:endParaRPr lang="zh-CN"/>
          </a:p>
        </p:txBody>
      </p:sp>
      <p:sp>
        <p:nvSpPr>
          <p:cNvPr id="1365519855" name="竖排文字占位符 2"/>
          <p:cNvSpPr>
            <a:spLocks noGrp="1"/>
          </p:cNvSpPr>
          <p:nvPr>
            <p:ph type="body" orient="vert" idx="1"/>
          </p:nvPr>
        </p:nvSpPr>
        <p:spPr bwMode="auto"/>
        <p:txBody>
          <a:bodyPr vert="eaVert"/>
          <a:lstStyle/>
          <a:p>
            <a:pPr lvl="0">
              <a:defRPr/>
            </a:pPr>
            <a:r>
              <a:rPr lang="zh-CN"/>
              <a:t>单击此处编辑母版文本样式</a:t>
            </a:r>
            <a:endParaRPr lang="zh-CN"/>
          </a:p>
          <a:p>
            <a:pPr lvl="1">
              <a:defRPr/>
            </a:pPr>
            <a:r>
              <a:rPr lang="zh-CN"/>
              <a:t>二级</a:t>
            </a:r>
            <a:endParaRPr lang="zh-CN"/>
          </a:p>
          <a:p>
            <a:pPr lvl="2">
              <a:defRPr/>
            </a:pPr>
            <a:r>
              <a:rPr lang="zh-CN"/>
              <a:t>三级</a:t>
            </a:r>
            <a:endParaRPr lang="zh-CN"/>
          </a:p>
          <a:p>
            <a:pPr lvl="3">
              <a:defRPr/>
            </a:pPr>
            <a:r>
              <a:rPr lang="zh-CN"/>
              <a:t>四级</a:t>
            </a:r>
            <a:endParaRPr lang="zh-CN"/>
          </a:p>
          <a:p>
            <a:pPr lvl="4">
              <a:defRPr/>
            </a:pPr>
            <a:r>
              <a:rPr lang="zh-CN"/>
              <a:t>五级</a:t>
            </a:r>
            <a:endParaRPr lang="zh-CN"/>
          </a:p>
        </p:txBody>
      </p:sp>
      <p:sp>
        <p:nvSpPr>
          <p:cNvPr id="472053712" name="日期占位符 3"/>
          <p:cNvSpPr>
            <a:spLocks noGrp="1"/>
          </p:cNvSpPr>
          <p:nvPr>
            <p:ph type="dt" sz="half" idx="10"/>
          </p:nvPr>
        </p:nvSpPr>
        <p:spPr bwMode="auto"/>
        <p:txBody>
          <a:bodyPr/>
          <a:lstStyle/>
          <a:p>
            <a:pPr>
              <a:defRPr/>
            </a:pPr>
            <a:fld id="{0795164F-5ECB-4E81-9D1F-B543C9B828BC}" type="datetimeFigureOut">
              <a:rPr lang="zh-CN"/>
              <a:t/>
            </a:fld>
            <a:endParaRPr lang="zh-CN"/>
          </a:p>
        </p:txBody>
      </p:sp>
      <p:sp>
        <p:nvSpPr>
          <p:cNvPr id="1834600245" name="页脚占位符 4"/>
          <p:cNvSpPr>
            <a:spLocks noGrp="1"/>
          </p:cNvSpPr>
          <p:nvPr>
            <p:ph type="ftr" sz="quarter" idx="11"/>
          </p:nvPr>
        </p:nvSpPr>
        <p:spPr bwMode="auto"/>
        <p:txBody>
          <a:bodyPr/>
          <a:lstStyle/>
          <a:p>
            <a:pPr>
              <a:defRPr/>
            </a:pPr>
            <a:endParaRPr lang="zh-CN"/>
          </a:p>
        </p:txBody>
      </p:sp>
      <p:sp>
        <p:nvSpPr>
          <p:cNvPr id="76489480" name="灯片编号占位符 5"/>
          <p:cNvSpPr>
            <a:spLocks noGrp="1"/>
          </p:cNvSpPr>
          <p:nvPr>
            <p:ph type="sldNum" sz="quarter" idx="12"/>
          </p:nvPr>
        </p:nvSpPr>
        <p:spPr bwMode="auto"/>
        <p:txBody>
          <a:bodyPr/>
          <a:lstStyle/>
          <a:p>
            <a:pPr>
              <a:defRPr/>
            </a:pPr>
            <a:fld id="{91486C89-4691-42B9-AB14-47B5F176D1C2}" type="slidenum">
              <a:rPr lang="zh-CN"/>
              <a:t/>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matchingName="" preserve="1" showMasterPhAnim="0" showMasterSp="1" type="vertTitleAndTx" userDrawn="1">
  <p:cSld name="竖排标题与文本">
    <p:spTree>
      <p:nvGrpSpPr>
        <p:cNvPr id="1" name=""/>
        <p:cNvGrpSpPr/>
        <p:nvPr/>
      </p:nvGrpSpPr>
      <p:grpSpPr bwMode="auto">
        <a:xfrm>
          <a:off x="0" y="0"/>
          <a:ext cx="0" cy="0"/>
          <a:chOff x="0" y="0"/>
          <a:chExt cx="0" cy="0"/>
        </a:xfrm>
      </p:grpSpPr>
      <p:sp>
        <p:nvSpPr>
          <p:cNvPr id="164491666" name="竖排标题 1"/>
          <p:cNvSpPr>
            <a:spLocks noGrp="1"/>
          </p:cNvSpPr>
          <p:nvPr>
            <p:ph type="title" orient="vert"/>
          </p:nvPr>
        </p:nvSpPr>
        <p:spPr bwMode="auto">
          <a:xfrm>
            <a:off x="8724900" y="365125"/>
            <a:ext cx="2628900" cy="5811838"/>
          </a:xfrm>
        </p:spPr>
        <p:txBody>
          <a:bodyPr vert="eaVert"/>
          <a:lstStyle/>
          <a:p>
            <a:pPr>
              <a:defRPr/>
            </a:pPr>
            <a:r>
              <a:rPr lang="zh-CN"/>
              <a:t>单击此处编辑母版标题样式</a:t>
            </a:r>
            <a:endParaRPr lang="zh-CN"/>
          </a:p>
        </p:txBody>
      </p:sp>
      <p:sp>
        <p:nvSpPr>
          <p:cNvPr id="1869847870" name="竖排文字占位符 2"/>
          <p:cNvSpPr>
            <a:spLocks noGrp="1"/>
          </p:cNvSpPr>
          <p:nvPr>
            <p:ph type="body" orient="vert" idx="1"/>
          </p:nvPr>
        </p:nvSpPr>
        <p:spPr bwMode="auto">
          <a:xfrm>
            <a:off x="838200" y="365125"/>
            <a:ext cx="7734300" cy="5811838"/>
          </a:xfrm>
        </p:spPr>
        <p:txBody>
          <a:bodyPr vert="eaVert"/>
          <a:lstStyle/>
          <a:p>
            <a:pPr lvl="0">
              <a:defRPr/>
            </a:pPr>
            <a:r>
              <a:rPr lang="zh-CN"/>
              <a:t>单击此处编辑母版文本样式</a:t>
            </a:r>
            <a:endParaRPr lang="zh-CN"/>
          </a:p>
          <a:p>
            <a:pPr lvl="1">
              <a:defRPr/>
            </a:pPr>
            <a:r>
              <a:rPr lang="zh-CN"/>
              <a:t>二级</a:t>
            </a:r>
            <a:endParaRPr lang="zh-CN"/>
          </a:p>
          <a:p>
            <a:pPr lvl="2">
              <a:defRPr/>
            </a:pPr>
            <a:r>
              <a:rPr lang="zh-CN"/>
              <a:t>三级</a:t>
            </a:r>
            <a:endParaRPr lang="zh-CN"/>
          </a:p>
          <a:p>
            <a:pPr lvl="3">
              <a:defRPr/>
            </a:pPr>
            <a:r>
              <a:rPr lang="zh-CN"/>
              <a:t>四级</a:t>
            </a:r>
            <a:endParaRPr lang="zh-CN"/>
          </a:p>
          <a:p>
            <a:pPr lvl="4">
              <a:defRPr/>
            </a:pPr>
            <a:r>
              <a:rPr lang="zh-CN"/>
              <a:t>五级</a:t>
            </a:r>
            <a:endParaRPr lang="zh-CN"/>
          </a:p>
        </p:txBody>
      </p:sp>
      <p:sp>
        <p:nvSpPr>
          <p:cNvPr id="1177745481" name="日期占位符 3"/>
          <p:cNvSpPr>
            <a:spLocks noGrp="1"/>
          </p:cNvSpPr>
          <p:nvPr>
            <p:ph type="dt" sz="half" idx="10"/>
          </p:nvPr>
        </p:nvSpPr>
        <p:spPr bwMode="auto"/>
        <p:txBody>
          <a:bodyPr/>
          <a:lstStyle/>
          <a:p>
            <a:pPr>
              <a:defRPr/>
            </a:pPr>
            <a:fld id="{0795164F-5ECB-4E81-9D1F-B543C9B828BC}" type="datetimeFigureOut">
              <a:rPr lang="zh-CN"/>
              <a:t/>
            </a:fld>
            <a:endParaRPr lang="zh-CN"/>
          </a:p>
        </p:txBody>
      </p:sp>
      <p:sp>
        <p:nvSpPr>
          <p:cNvPr id="1344806555" name="页脚占位符 4"/>
          <p:cNvSpPr>
            <a:spLocks noGrp="1"/>
          </p:cNvSpPr>
          <p:nvPr>
            <p:ph type="ftr" sz="quarter" idx="11"/>
          </p:nvPr>
        </p:nvSpPr>
        <p:spPr bwMode="auto"/>
        <p:txBody>
          <a:bodyPr/>
          <a:lstStyle/>
          <a:p>
            <a:pPr>
              <a:defRPr/>
            </a:pPr>
            <a:endParaRPr lang="zh-CN"/>
          </a:p>
        </p:txBody>
      </p:sp>
      <p:sp>
        <p:nvSpPr>
          <p:cNvPr id="188948725" name="灯片编号占位符 5"/>
          <p:cNvSpPr>
            <a:spLocks noGrp="1"/>
          </p:cNvSpPr>
          <p:nvPr>
            <p:ph type="sldNum" sz="quarter" idx="12"/>
          </p:nvPr>
        </p:nvSpPr>
        <p:spPr bwMode="auto"/>
        <p:txBody>
          <a:bodyPr/>
          <a:lstStyle/>
          <a:p>
            <a:pPr>
              <a:defRPr/>
            </a:pPr>
            <a:fld id="{91486C89-4691-42B9-AB14-47B5F176D1C2}" type="slidenum">
              <a:rPr lang="zh-CN"/>
              <a:t/>
            </a:fld>
            <a:endParaRPr lang="zh-CN"/>
          </a:p>
        </p:txBody>
      </p:sp>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preserve="1">
  <p:cSld name="">
    <p:bg>
      <p:bgRef idx="1001">
        <a:schemeClr val="bg1"/>
      </p:bgRef>
    </p:bg>
    <p:spTree>
      <p:nvGrpSpPr>
        <p:cNvPr id="1" name=""/>
        <p:cNvGrpSpPr/>
        <p:nvPr/>
      </p:nvGrpSpPr>
      <p:grpSpPr bwMode="auto">
        <a:xfrm>
          <a:off x="0" y="0"/>
          <a:ext cx="0" cy="0"/>
          <a:chOff x="0" y="0"/>
          <a:chExt cx="0" cy="0"/>
        </a:xfrm>
      </p:grpSpPr>
      <p:sp>
        <p:nvSpPr>
          <p:cNvPr id="1484999033" name="标题占位符 1"/>
          <p:cNvSpPr>
            <a:spLocks noGrp="1"/>
          </p:cNvSpPr>
          <p:nvPr>
            <p:ph type="title"/>
          </p:nvPr>
        </p:nvSpPr>
        <p:spPr bwMode="auto">
          <a:xfrm>
            <a:off x="838200" y="365125"/>
            <a:ext cx="10515600" cy="1325563"/>
          </a:xfrm>
          <a:prstGeom prst="rect">
            <a:avLst/>
          </a:prstGeom>
        </p:spPr>
        <p:txBody>
          <a:bodyPr vert="horz" lIns="91440" tIns="45720" rIns="91440" bIns="45720" rtlCol="0" anchor="ctr">
            <a:normAutofit/>
          </a:bodyPr>
          <a:lstStyle/>
          <a:p>
            <a:pPr>
              <a:defRPr/>
            </a:pPr>
            <a:r>
              <a:rPr lang="zh-CN"/>
              <a:t>单击此处编辑母版标题样式</a:t>
            </a:r>
            <a:endParaRPr lang="zh-CN"/>
          </a:p>
        </p:txBody>
      </p:sp>
      <p:sp>
        <p:nvSpPr>
          <p:cNvPr id="2013767679" name="文本占位符 2"/>
          <p:cNvSpPr>
            <a:spLocks noGrp="1"/>
          </p:cNvSpPr>
          <p:nvPr>
            <p:ph type="body" idx="1"/>
          </p:nvPr>
        </p:nvSpPr>
        <p:spPr bwMode="auto">
          <a:xfrm>
            <a:off x="838200" y="1825625"/>
            <a:ext cx="10515600" cy="4351338"/>
          </a:xfrm>
          <a:prstGeom prst="rect">
            <a:avLst/>
          </a:prstGeom>
        </p:spPr>
        <p:txBody>
          <a:bodyPr vert="horz" lIns="91440" tIns="45720" rIns="91440" bIns="45720" rtlCol="0">
            <a:normAutofit/>
          </a:bodyPr>
          <a:lstStyle/>
          <a:p>
            <a:pPr lvl="0">
              <a:defRPr/>
            </a:pPr>
            <a:r>
              <a:rPr lang="zh-CN"/>
              <a:t>单击此处编辑母版文本样式</a:t>
            </a:r>
            <a:endParaRPr lang="zh-CN"/>
          </a:p>
          <a:p>
            <a:pPr lvl="1">
              <a:defRPr/>
            </a:pPr>
            <a:r>
              <a:rPr lang="zh-CN"/>
              <a:t>二级</a:t>
            </a:r>
            <a:endParaRPr lang="zh-CN"/>
          </a:p>
          <a:p>
            <a:pPr lvl="2">
              <a:defRPr/>
            </a:pPr>
            <a:r>
              <a:rPr lang="zh-CN"/>
              <a:t>三级</a:t>
            </a:r>
            <a:endParaRPr lang="zh-CN"/>
          </a:p>
          <a:p>
            <a:pPr lvl="3">
              <a:defRPr/>
            </a:pPr>
            <a:r>
              <a:rPr lang="zh-CN"/>
              <a:t>四级</a:t>
            </a:r>
            <a:endParaRPr lang="zh-CN"/>
          </a:p>
          <a:p>
            <a:pPr lvl="4">
              <a:defRPr/>
            </a:pPr>
            <a:r>
              <a:rPr lang="zh-CN"/>
              <a:t>五级</a:t>
            </a:r>
            <a:endParaRPr lang="zh-CN"/>
          </a:p>
        </p:txBody>
      </p:sp>
      <p:sp>
        <p:nvSpPr>
          <p:cNvPr id="1369949998" name="日期占位符 3"/>
          <p:cNvSpPr>
            <a:spLocks noGrp="1"/>
          </p:cNvSpPr>
          <p:nvPr>
            <p:ph type="dt" sz="half" idx="2"/>
          </p:nvPr>
        </p:nvSpPr>
        <p:spPr bwMode="auto">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0795164F-5ECB-4E81-9D1F-B543C9B828BC}" type="datetimeFigureOut">
              <a:rPr lang="zh-CN"/>
              <a:t/>
            </a:fld>
            <a:endParaRPr lang="zh-CN"/>
          </a:p>
        </p:txBody>
      </p:sp>
      <p:sp>
        <p:nvSpPr>
          <p:cNvPr id="1787245620" name="页脚占位符 4"/>
          <p:cNvSpPr>
            <a:spLocks noGrp="1"/>
          </p:cNvSpPr>
          <p:nvPr>
            <p:ph type="ftr" sz="quarter" idx="3"/>
          </p:nvPr>
        </p:nvSpPr>
        <p:spPr bwMode="auto">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p>
        </p:txBody>
      </p:sp>
      <p:sp>
        <p:nvSpPr>
          <p:cNvPr id="1592459671" name="灯片编号占位符 5"/>
          <p:cNvSpPr>
            <a:spLocks noGrp="1"/>
          </p:cNvSpPr>
          <p:nvPr>
            <p:ph type="sldNum" sz="quarter" idx="4"/>
          </p:nvPr>
        </p:nvSpPr>
        <p:spPr bwMode="auto">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91486C89-4691-42B9-AB14-47B5F176D1C2}" type="slidenum">
              <a:rPr lang="zh-CN"/>
              <a:t/>
            </a:fld>
            <a:endParaRPr 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a:lnSpc>
          <a:spcPct val="90000"/>
        </a:lnSpc>
        <a:spcBef>
          <a:spcPts val="0"/>
        </a:spcBef>
        <a:buNone/>
        <a:defRPr sz="4400">
          <a:solidFill>
            <a:schemeClr val="tx1"/>
          </a:solidFill>
          <a:latin typeface="+mj-lt"/>
          <a:ea typeface="+mj-ea"/>
          <a:cs typeface="+mj-cs"/>
        </a:defRPr>
      </a:lvl1pPr>
    </p:titleStyle>
    <p:bodyStyle>
      <a:lvl1pPr marL="228600" indent="-228600" algn="l" defTabSz="914400" rtl="0">
        <a:lnSpc>
          <a:spcPct val="90000"/>
        </a:lnSpc>
        <a:spcBef>
          <a:spcPts val="1000"/>
        </a:spcBef>
        <a:buFont typeface="Arial"/>
        <a:buChar char="•"/>
        <a:defRPr sz="2800">
          <a:solidFill>
            <a:schemeClr val="tx1"/>
          </a:solidFill>
          <a:latin typeface="+mn-lt"/>
          <a:ea typeface="+mn-ea"/>
          <a:cs typeface="+mn-cs"/>
        </a:defRPr>
      </a:lvl1pPr>
      <a:lvl2pPr marL="685800" indent="-228600" algn="l" defTabSz="914400" rtl="0">
        <a:lnSpc>
          <a:spcPct val="90000"/>
        </a:lnSpc>
        <a:spcBef>
          <a:spcPts val="500"/>
        </a:spcBef>
        <a:buFont typeface="Arial"/>
        <a:buChar char="•"/>
        <a:defRPr sz="2400">
          <a:solidFill>
            <a:schemeClr val="tx1"/>
          </a:solidFill>
          <a:latin typeface="+mn-lt"/>
          <a:ea typeface="+mn-ea"/>
          <a:cs typeface="+mn-cs"/>
        </a:defRPr>
      </a:lvl2pPr>
      <a:lvl3pPr marL="1143000" indent="-228600" algn="l" defTabSz="914400" rtl="0">
        <a:lnSpc>
          <a:spcPct val="90000"/>
        </a:lnSpc>
        <a:spcBef>
          <a:spcPts val="500"/>
        </a:spcBef>
        <a:buFont typeface="Arial"/>
        <a:buChar char="•"/>
        <a:defRPr sz="2000">
          <a:solidFill>
            <a:schemeClr val="tx1"/>
          </a:solidFill>
          <a:latin typeface="+mn-lt"/>
          <a:ea typeface="+mn-ea"/>
          <a:cs typeface="+mn-cs"/>
        </a:defRPr>
      </a:lvl3pPr>
      <a:lvl4pPr marL="1600200" indent="-228600" algn="l" defTabSz="914400" rtl="0">
        <a:lnSpc>
          <a:spcPct val="90000"/>
        </a:lnSpc>
        <a:spcBef>
          <a:spcPts val="500"/>
        </a:spcBef>
        <a:buFont typeface="Arial"/>
        <a:buChar char="•"/>
        <a:defRPr sz="1800">
          <a:solidFill>
            <a:schemeClr val="tx1"/>
          </a:solidFill>
          <a:latin typeface="+mn-lt"/>
          <a:ea typeface="+mn-ea"/>
          <a:cs typeface="+mn-cs"/>
        </a:defRPr>
      </a:lvl4pPr>
      <a:lvl5pPr marL="2057400" indent="-228600" algn="l" defTabSz="914400" rtl="0">
        <a:lnSpc>
          <a:spcPct val="90000"/>
        </a:lnSpc>
        <a:spcBef>
          <a:spcPts val="500"/>
        </a:spcBef>
        <a:buFont typeface="Arial"/>
        <a:buChar char="•"/>
        <a:defRPr sz="1800">
          <a:solidFill>
            <a:schemeClr val="tx1"/>
          </a:solidFill>
          <a:latin typeface="+mn-lt"/>
          <a:ea typeface="+mn-ea"/>
          <a:cs typeface="+mn-cs"/>
        </a:defRPr>
      </a:lvl5pPr>
      <a:lvl6pPr marL="2514600" indent="-228600" algn="l" defTabSz="914400" rtl="0">
        <a:lnSpc>
          <a:spcPct val="90000"/>
        </a:lnSpc>
        <a:spcBef>
          <a:spcPts val="500"/>
        </a:spcBef>
        <a:buFont typeface="Arial"/>
        <a:buChar char="•"/>
        <a:defRPr sz="1800">
          <a:solidFill>
            <a:schemeClr val="tx1"/>
          </a:solidFill>
          <a:latin typeface="+mn-lt"/>
          <a:ea typeface="+mn-ea"/>
          <a:cs typeface="+mn-cs"/>
        </a:defRPr>
      </a:lvl6pPr>
      <a:lvl7pPr marL="2971800" indent="-228600" algn="l" defTabSz="914400" rtl="0">
        <a:lnSpc>
          <a:spcPct val="90000"/>
        </a:lnSpc>
        <a:spcBef>
          <a:spcPts val="500"/>
        </a:spcBef>
        <a:buFont typeface="Arial"/>
        <a:buChar char="•"/>
        <a:defRPr sz="1800">
          <a:solidFill>
            <a:schemeClr val="tx1"/>
          </a:solidFill>
          <a:latin typeface="+mn-lt"/>
          <a:ea typeface="+mn-ea"/>
          <a:cs typeface="+mn-cs"/>
        </a:defRPr>
      </a:lvl7pPr>
      <a:lvl8pPr marL="3429000" indent="-228600" algn="l" defTabSz="914400" rtl="0">
        <a:lnSpc>
          <a:spcPct val="90000"/>
        </a:lnSpc>
        <a:spcBef>
          <a:spcPts val="500"/>
        </a:spcBef>
        <a:buFont typeface="Arial"/>
        <a:buChar char="•"/>
        <a:defRPr sz="1800">
          <a:solidFill>
            <a:schemeClr val="tx1"/>
          </a:solidFill>
          <a:latin typeface="+mn-lt"/>
          <a:ea typeface="+mn-ea"/>
          <a:cs typeface="+mn-cs"/>
        </a:defRPr>
      </a:lvl8pPr>
      <a:lvl9pPr marL="3886200" indent="-228600" algn="l" defTabSz="914400" rtl="0">
        <a:lnSpc>
          <a:spcPct val="90000"/>
        </a:lnSpc>
        <a:spcBef>
          <a:spcPts val="500"/>
        </a:spcBef>
        <a:buFont typeface="Arial"/>
        <a:buChar char="•"/>
        <a:defRPr sz="1800">
          <a:solidFill>
            <a:schemeClr val="tx1"/>
          </a:solidFill>
          <a:latin typeface="+mn-lt"/>
          <a:ea typeface="+mn-ea"/>
          <a:cs typeface="+mn-cs"/>
        </a:defRPr>
      </a:lvl9pPr>
    </p:bodyStyle>
    <p:other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5.jpg"/><Relationship Id="rId5" Type="http://schemas.openxmlformats.org/officeDocument/2006/relationships/image" Target="../media/image6.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04995245" name="矩形 3"/>
          <p:cNvSpPr/>
          <p:nvPr/>
        </p:nvSpPr>
        <p:spPr bwMode="auto">
          <a:xfrm>
            <a:off x="0" y="3429000"/>
            <a:ext cx="12192000" cy="3429000"/>
          </a:xfrm>
          <a:prstGeom prst="rect">
            <a:avLst/>
          </a:prstGeom>
          <a:solidFill>
            <a:srgbClr val="1C43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1422246327" name="矩形 5"/>
          <p:cNvSpPr/>
          <p:nvPr/>
        </p:nvSpPr>
        <p:spPr bwMode="auto">
          <a:xfrm>
            <a:off x="466846" y="367390"/>
            <a:ext cx="11258308" cy="61232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sz="1600">
              <a:latin typeface="方正粗雅宋_GBK"/>
              <a:ea typeface="方正粗雅宋_GBK"/>
            </a:endParaRPr>
          </a:p>
        </p:txBody>
      </p:sp>
      <p:sp>
        <p:nvSpPr>
          <p:cNvPr id="660885534" name="矩形 6"/>
          <p:cNvSpPr/>
          <p:nvPr/>
        </p:nvSpPr>
        <p:spPr bwMode="auto">
          <a:xfrm>
            <a:off x="4365584" y="343006"/>
            <a:ext cx="3460832" cy="479073"/>
          </a:xfrm>
          <a:prstGeom prst="rect">
            <a:avLst/>
          </a:prstGeom>
          <a:solidFill>
            <a:srgbClr val="1C43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1808825958" name="文本框 15"/>
          <p:cNvSpPr txBox="1"/>
          <p:nvPr/>
        </p:nvSpPr>
        <p:spPr bwMode="auto">
          <a:xfrm>
            <a:off x="735789" y="1295732"/>
            <a:ext cx="10720544" cy="3163264"/>
          </a:xfrm>
          <a:prstGeom prst="rect">
            <a:avLst/>
          </a:prstGeom>
          <a:noFill/>
        </p:spPr>
        <p:txBody>
          <a:bodyPr wrap="square" rtlCol="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lgn="ctr">
              <a:defRPr/>
            </a:pPr>
            <a:r>
              <a:rPr lang="zh-CN" sz="4800" b="1" spc="300">
                <a:solidFill>
                  <a:srgbClr val="1C4372"/>
                </a:solidFill>
                <a:latin typeface="庞门正道标题体"/>
                <a:ea typeface="庞门正道标题体"/>
              </a:rPr>
              <a:t>Dual-Point Machinery Condition Monitoring Using Triaxial Vibration Sensing and Global Shutter Vision</a:t>
            </a:r>
            <a:endParaRPr lang="zh-CN" sz="4800" b="1" spc="300">
              <a:solidFill>
                <a:srgbClr val="1C4372"/>
              </a:solidFill>
              <a:latin typeface="庞门正道标题体"/>
              <a:ea typeface="庞门正道标题体"/>
            </a:endParaRPr>
          </a:p>
        </p:txBody>
      </p:sp>
      <p:sp>
        <p:nvSpPr>
          <p:cNvPr id="1053981105" name="文本框 16"/>
          <p:cNvSpPr txBox="1"/>
          <p:nvPr/>
        </p:nvSpPr>
        <p:spPr bwMode="auto">
          <a:xfrm>
            <a:off x="3826778" y="4949836"/>
            <a:ext cx="4538567" cy="1214221"/>
          </a:xfrm>
          <a:prstGeom prst="roundRect">
            <a:avLst>
              <a:gd name="adj" fmla="val 16667"/>
            </a:avLst>
          </a:prstGeom>
          <a:noFill/>
          <a:ln>
            <a:noFill/>
          </a:ln>
        </p:spPr>
        <p:txBody>
          <a:bodyPr wrap="square" rtlCol="0">
            <a:no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defRPr/>
            </a:pPr>
            <a:r>
              <a:rPr lang="en-US" sz="2000">
                <a:solidFill>
                  <a:srgbClr val="1C4372"/>
                </a:solidFill>
                <a:latin typeface="锐字真言体免费商用"/>
                <a:ea typeface="锐字真言体免费商用"/>
              </a:rPr>
              <a:t>Team Leader:YE Bingli</a:t>
            </a:r>
            <a:endParaRPr lang="en-US" sz="2000">
              <a:solidFill>
                <a:srgbClr val="1C4372"/>
              </a:solidFill>
              <a:latin typeface="锐字真言体免费商用"/>
              <a:ea typeface="锐字真言体免费商用"/>
            </a:endParaRPr>
          </a:p>
          <a:p>
            <a:pPr>
              <a:defRPr/>
            </a:pPr>
            <a:r>
              <a:rPr lang="en-US" sz="2000">
                <a:solidFill>
                  <a:srgbClr val="1C4372"/>
                </a:solidFill>
                <a:latin typeface="锐字真言体免费商用"/>
                <a:ea typeface="锐字真言体免费商用"/>
              </a:rPr>
              <a:t>Team Members: Z</a:t>
            </a:r>
            <a:r>
              <a:rPr lang="en-US" sz="2000">
                <a:solidFill>
                  <a:srgbClr val="1C4372"/>
                </a:solidFill>
                <a:latin typeface="锐字真言体免费商用"/>
                <a:ea typeface="锐字真言体免费商用"/>
              </a:rPr>
              <a:t>HANG</a:t>
            </a:r>
            <a:r>
              <a:rPr lang="en-US" sz="2000">
                <a:solidFill>
                  <a:srgbClr val="1C4372"/>
                </a:solidFill>
                <a:latin typeface="锐字真言体免费商用"/>
                <a:ea typeface="锐字真言体免费商用"/>
              </a:rPr>
              <a:t> Zhanshuo, GAN Yunxuan, HE Xinhao, Z</a:t>
            </a:r>
            <a:r>
              <a:rPr lang="en-US" sz="2000">
                <a:solidFill>
                  <a:srgbClr val="1C4372"/>
                </a:solidFill>
                <a:latin typeface="锐字真言体免费商用"/>
                <a:ea typeface="锐字真言体免费商用"/>
              </a:rPr>
              <a:t>HANG</a:t>
            </a:r>
            <a:r>
              <a:rPr lang="en-US" sz="2000">
                <a:solidFill>
                  <a:srgbClr val="1C4372"/>
                </a:solidFill>
                <a:latin typeface="锐字真言体免费商用"/>
                <a:ea typeface="锐字真言体免费商用"/>
              </a:rPr>
              <a:t> Jiaxin, YANG Zhe, YANG Xuanzhi</a:t>
            </a:r>
            <a:endParaRPr lang="zh-CN" sz="2000">
              <a:solidFill>
                <a:srgbClr val="1C4372"/>
              </a:solidFill>
              <a:latin typeface="锐字真言体免费商用"/>
              <a:ea typeface="锐字真言体免费商用"/>
            </a:endParaRPr>
          </a:p>
        </p:txBody>
      </p:sp>
      <p:sp>
        <p:nvSpPr>
          <p:cNvPr id="1375271281" name="文本框 13"/>
          <p:cNvSpPr txBox="1"/>
          <p:nvPr/>
        </p:nvSpPr>
        <p:spPr bwMode="auto">
          <a:xfrm>
            <a:off x="4365584" y="382487"/>
            <a:ext cx="3460832" cy="400110"/>
          </a:xfrm>
          <a:prstGeom prst="rect">
            <a:avLst/>
          </a:prstGeom>
          <a:noFill/>
        </p:spPr>
        <p:txBody>
          <a:bodyPr wrap="square" rtlCol="0">
            <a:sp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lgn="ctr">
              <a:defRPr/>
            </a:pPr>
            <a:r>
              <a:rPr lang="en-US" sz="2000">
                <a:solidFill>
                  <a:schemeClr val="bg1"/>
                </a:solidFill>
                <a:latin typeface="锐字真言体免费商用"/>
                <a:ea typeface="锐字真言体免费商用"/>
              </a:rPr>
              <a:t>— </a:t>
            </a:r>
            <a:r>
              <a:rPr lang="en-US" sz="2000">
                <a:solidFill>
                  <a:schemeClr val="bg1"/>
                </a:solidFill>
                <a:latin typeface="锐字真言体免费商用"/>
                <a:ea typeface="锐字真言体免费商用"/>
              </a:rPr>
              <a:t>Project </a:t>
            </a:r>
            <a:r>
              <a:rPr lang="en-US" sz="2000">
                <a:solidFill>
                  <a:schemeClr val="bg1"/>
                </a:solidFill>
                <a:latin typeface="锐字真言体免费商用"/>
                <a:ea typeface="锐字真言体免费商用"/>
              </a:rPr>
              <a:t>—</a:t>
            </a:r>
            <a:endParaRPr lang="zh-CN" sz="2000">
              <a:solidFill>
                <a:schemeClr val="bg1"/>
              </a:solidFill>
              <a:latin typeface="锐字真言体免费商用"/>
              <a:ea typeface="锐字真言体免费商用"/>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1000" advClick="1"/>
    </mc:Choice>
    <mc:Fallback>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679920647" name="文本框 53"/>
          <p:cNvSpPr txBox="1"/>
          <p:nvPr/>
        </p:nvSpPr>
        <p:spPr bwMode="auto">
          <a:xfrm>
            <a:off x="629331" y="443969"/>
            <a:ext cx="4092478" cy="625292"/>
          </a:xfrm>
          <a:prstGeom prst="rect">
            <a:avLst/>
          </a:prstGeom>
          <a:noFill/>
        </p:spPr>
        <p:txBody>
          <a:bodyPr wrap="square" rtlCol="0">
            <a:noAutofit/>
          </a:bodyPr>
          <a:lstStyle/>
          <a:p>
            <a:pPr lvl="0">
              <a:defRPr/>
            </a:pPr>
            <a:r>
              <a:rPr lang="en-US" sz="3200" b="1">
                <a:solidFill>
                  <a:schemeClr val="accent1"/>
                </a:solidFill>
                <a:latin typeface="庞门正道标题体"/>
                <a:ea typeface="庞门正道标题体"/>
              </a:rPr>
              <a:t>Topic Introduction</a:t>
            </a:r>
            <a:endParaRPr lang="zh-CN" sz="3200" b="1">
              <a:solidFill>
                <a:schemeClr val="accent1"/>
              </a:solidFill>
              <a:latin typeface="庞门正道标题体"/>
              <a:ea typeface="庞门正道标题体"/>
            </a:endParaRPr>
          </a:p>
        </p:txBody>
      </p:sp>
      <p:grpSp>
        <p:nvGrpSpPr>
          <p:cNvPr id="1069091013" name="组合 3"/>
          <p:cNvGrpSpPr/>
          <p:nvPr/>
        </p:nvGrpSpPr>
        <p:grpSpPr bwMode="auto">
          <a:xfrm>
            <a:off x="-619606" y="-535731"/>
            <a:ext cx="1272087" cy="1272087"/>
            <a:chOff x="-619606" y="-535731"/>
            <a:chExt cx="1272087" cy="1272087"/>
          </a:xfrm>
        </p:grpSpPr>
        <p:sp>
          <p:nvSpPr>
            <p:cNvPr id="2" name="椭圆 1"/>
            <p:cNvSpPr/>
            <p:nvPr/>
          </p:nvSpPr>
          <p:spPr bwMode="auto">
            <a:xfrm>
              <a:off x="-619606" y="-535731"/>
              <a:ext cx="1272087" cy="12720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atin typeface="锐字真言体免费商用"/>
                <a:ea typeface="锐字真言体免费商用"/>
              </a:endParaRPr>
            </a:p>
          </p:txBody>
        </p:sp>
        <p:sp>
          <p:nvSpPr>
            <p:cNvPr id="3" name="文本框 2"/>
            <p:cNvSpPr txBox="1"/>
            <p:nvPr/>
          </p:nvSpPr>
          <p:spPr bwMode="auto">
            <a:xfrm>
              <a:off x="37707" y="188537"/>
              <a:ext cx="458780" cy="369332"/>
            </a:xfrm>
            <a:prstGeom prst="rect">
              <a:avLst/>
            </a:prstGeom>
            <a:noFill/>
          </p:spPr>
          <p:txBody>
            <a:bodyPr wrap="none" rtlCol="0">
              <a:spAutoFit/>
            </a:bodyPr>
            <a:lstStyle/>
            <a:p>
              <a:pPr>
                <a:defRPr/>
              </a:pPr>
              <a:r>
                <a:rPr lang="en-US">
                  <a:solidFill>
                    <a:schemeClr val="bg1"/>
                  </a:solidFill>
                  <a:latin typeface="锐字真言体免费商用"/>
                  <a:ea typeface="锐字真言体免费商用"/>
                </a:rPr>
                <a:t>01</a:t>
              </a:r>
              <a:endParaRPr lang="zh-CN">
                <a:solidFill>
                  <a:schemeClr val="bg1"/>
                </a:solidFill>
                <a:latin typeface="锐字真言体免费商用"/>
                <a:ea typeface="锐字真言体免费商用"/>
              </a:endParaRPr>
            </a:p>
          </p:txBody>
        </p:sp>
      </p:grpSp>
      <p:sp>
        <p:nvSpPr>
          <p:cNvPr id="693825958" name="文本框 5"/>
          <p:cNvSpPr txBox="1"/>
          <p:nvPr userDrawn="1"/>
        </p:nvSpPr>
        <p:spPr bwMode="auto">
          <a:xfrm>
            <a:off x="729343" y="1284514"/>
            <a:ext cx="4572000" cy="4574108"/>
          </a:xfrm>
          <a:prstGeom prst="rect">
            <a:avLst/>
          </a:prstGeom>
        </p:spPr>
        <p:txBody>
          <a:bodyPr wrap="square" rtlCol="0">
            <a:noAutofit/>
          </a:bodyPr>
          <a:p>
            <a:pPr algn="l">
              <a:defRPr/>
            </a:pPr>
            <a:r>
              <a:rPr lang="en-US">
                <a:solidFill>
                  <a:srgbClr val="1C4372"/>
                </a:solidFill>
              </a:rPr>
              <a:t>This project addresses the typical industrial problem of operating condition monitoring for mechanical equipment. During long</a:t>
            </a:r>
            <a:r>
              <a:rPr lang="zh-CN">
                <a:solidFill>
                  <a:srgbClr val="1C4372"/>
                </a:solidFill>
              </a:rPr>
              <a:t>-</a:t>
            </a:r>
            <a:r>
              <a:rPr lang="en-US">
                <a:solidFill>
                  <a:srgbClr val="1C4372"/>
                </a:solidFill>
              </a:rPr>
              <a:t>term operation, equipment such as rotating machinery, machine tools, engines and bearings may exhibit changes in vibration characteristics due to imbalance, looseness, wear, insufficient lubrication or varying operating conditions. Failure to identify anomalies in a timely manner can easily lead to unplanned downtime, increased maintenance costs, production interruptions, and even safety accidents. Therefore, identifying the operating status of equipment based on vibration information is one of the core issues in predictive maintenance and intelligent operation and maintenance.</a:t>
            </a:r>
            <a:endParaRPr lang="zh-CN">
              <a:solidFill>
                <a:srgbClr val="1C4372"/>
              </a:solidFill>
            </a:endParaRPr>
          </a:p>
        </p:txBody>
      </p:sp>
      <p:pic>
        <p:nvPicPr>
          <p:cNvPr id="405752863" name="图片 6" descr="upload_post_object_v2_425264892"/>
          <p:cNvPicPr>
            <a:picLocks noChangeAspect="1"/>
          </p:cNvPicPr>
          <p:nvPr/>
        </p:nvPicPr>
        <p:blipFill rotWithShape="1">
          <a:blip r:embed="rId3"/>
          <a:stretch/>
        </p:blipFill>
        <p:spPr bwMode="auto">
          <a:xfrm>
            <a:off x="5854978" y="1537646"/>
            <a:ext cx="5673976" cy="37826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990405541" name="Picture 4" descr="upload_post_object_v2_3760125034"/>
          <p:cNvPicPr>
            <a:picLocks noChangeAspect="1"/>
          </p:cNvPicPr>
          <p:nvPr/>
        </p:nvPicPr>
        <p:blipFill rotWithShape="1">
          <a:blip r:embed="rId3"/>
          <a:stretch/>
        </p:blipFill>
        <p:spPr bwMode="auto">
          <a:xfrm>
            <a:off x="2613965" y="2340712"/>
            <a:ext cx="9461602" cy="4338980"/>
          </a:xfrm>
          <a:prstGeom prst="rect">
            <a:avLst/>
          </a:prstGeom>
        </p:spPr>
      </p:pic>
      <p:sp>
        <p:nvSpPr>
          <p:cNvPr id="1746323751" name="文本框 53"/>
          <p:cNvSpPr txBox="1"/>
          <p:nvPr/>
        </p:nvSpPr>
        <p:spPr bwMode="auto">
          <a:xfrm>
            <a:off x="629331" y="443969"/>
            <a:ext cx="4164390" cy="1076325"/>
          </a:xfrm>
          <a:prstGeom prst="rect">
            <a:avLst/>
          </a:prstGeom>
          <a:noFill/>
        </p:spPr>
        <p:txBody>
          <a:bodyPr wrap="square" rtlCol="0">
            <a:noAutofit/>
          </a:bodyPr>
          <a:lstStyle/>
          <a:p>
            <a:pPr lvl="0">
              <a:defRPr/>
            </a:pPr>
            <a:r>
              <a:rPr lang="zh-CN" sz="3200" b="1">
                <a:solidFill>
                  <a:schemeClr val="accent1"/>
                </a:solidFill>
                <a:latin typeface="庞门正道标题体"/>
                <a:ea typeface="庞门正道标题体"/>
              </a:rPr>
              <a:t>Research Schedule</a:t>
            </a:r>
            <a:endParaRPr lang="zh-CN" sz="3200" b="1">
              <a:solidFill>
                <a:schemeClr val="accent1"/>
              </a:solidFill>
              <a:latin typeface="庞门正道标题体"/>
              <a:ea typeface="庞门正道标题体"/>
            </a:endParaRPr>
          </a:p>
        </p:txBody>
      </p:sp>
      <p:grpSp>
        <p:nvGrpSpPr>
          <p:cNvPr id="8279082" name="组合 3"/>
          <p:cNvGrpSpPr/>
          <p:nvPr/>
        </p:nvGrpSpPr>
        <p:grpSpPr bwMode="auto">
          <a:xfrm>
            <a:off x="-619606" y="-535731"/>
            <a:ext cx="1272087" cy="1272087"/>
            <a:chOff x="-619606" y="-535731"/>
            <a:chExt cx="1272087" cy="1272087"/>
          </a:xfrm>
        </p:grpSpPr>
        <p:sp>
          <p:nvSpPr>
            <p:cNvPr id="2" name="椭圆 1"/>
            <p:cNvSpPr/>
            <p:nvPr/>
          </p:nvSpPr>
          <p:spPr bwMode="auto">
            <a:xfrm>
              <a:off x="-619606" y="-535731"/>
              <a:ext cx="1272087" cy="12720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atin typeface="锐字真言体免费商用"/>
                <a:ea typeface="锐字真言体免费商用"/>
              </a:endParaRPr>
            </a:p>
          </p:txBody>
        </p:sp>
        <p:sp>
          <p:nvSpPr>
            <p:cNvPr id="3" name="文本框 2"/>
            <p:cNvSpPr txBox="1"/>
            <p:nvPr/>
          </p:nvSpPr>
          <p:spPr bwMode="auto">
            <a:xfrm>
              <a:off x="37707" y="188537"/>
              <a:ext cx="458780" cy="369332"/>
            </a:xfrm>
            <a:prstGeom prst="rect">
              <a:avLst/>
            </a:prstGeom>
            <a:noFill/>
          </p:spPr>
          <p:txBody>
            <a:bodyPr wrap="none" rtlCol="0">
              <a:spAutoFit/>
            </a:bodyPr>
            <a:lstStyle/>
            <a:p>
              <a:pPr>
                <a:defRPr/>
              </a:pPr>
              <a:r>
                <a:rPr lang="en-US">
                  <a:solidFill>
                    <a:schemeClr val="bg1"/>
                  </a:solidFill>
                  <a:latin typeface="锐字真言体免费商用"/>
                  <a:ea typeface="锐字真言体免费商用"/>
                </a:rPr>
                <a:t>02</a:t>
              </a:r>
              <a:endParaRPr lang="zh-CN">
                <a:solidFill>
                  <a:schemeClr val="bg1"/>
                </a:solidFill>
                <a:latin typeface="锐字真言体免费商用"/>
                <a:ea typeface="锐字真言体免费商用"/>
              </a:endParaRPr>
            </a:p>
          </p:txBody>
        </p:sp>
      </p:grpSp>
      <p:sp>
        <p:nvSpPr>
          <p:cNvPr id="51384772" name="文本框 10"/>
          <p:cNvSpPr txBox="1"/>
          <p:nvPr userDrawn="1"/>
        </p:nvSpPr>
        <p:spPr bwMode="auto">
          <a:xfrm>
            <a:off x="59093" y="2264816"/>
            <a:ext cx="2554872" cy="4430571"/>
          </a:xfrm>
          <a:prstGeom prst="rect">
            <a:avLst/>
          </a:prstGeom>
          <a:ln>
            <a:noFill/>
          </a:ln>
          <a:effectLst>
            <a:outerShdw blurRad="190500" dist="63500" dir="5400000" algn="t" rotWithShape="0">
              <a:srgbClr val="000000">
                <a:alpha val="30000"/>
              </a:srgbClr>
            </a:outerShdw>
          </a:effectLst>
        </p:spPr>
        <p:txBody>
          <a:bodyPr wrap="square" rtlCol="0">
            <a:noAutofit/>
          </a:bodyPr>
          <a:p>
            <a:pPr marL="285750" indent="-285750">
              <a:buChar char="•"/>
              <a:defRPr/>
            </a:pPr>
            <a:r>
              <a:rPr lang="zh-CN" sz="1700" b="1">
                <a:solidFill>
                  <a:srgbClr val="1C4372"/>
                </a:solidFill>
              </a:rPr>
              <a:t>Investigation &amp; Proposal</a:t>
            </a:r>
            <a:endParaRPr lang="zh-CN" sz="1700" b="1">
              <a:solidFill>
                <a:srgbClr val="1C4372"/>
              </a:solidFill>
            </a:endParaRPr>
          </a:p>
          <a:p>
            <a:pPr indent="0">
              <a:buNone/>
              <a:defRPr/>
            </a:pPr>
            <a:r>
              <a:rPr lang="zh-CN" sz="1700">
                <a:solidFill>
                  <a:srgbClr val="1C4372"/>
                </a:solidFill>
              </a:rPr>
              <a:t>Preliminary research and scheme design finished.</a:t>
            </a:r>
            <a:endParaRPr lang="zh-CN" sz="1700">
              <a:solidFill>
                <a:srgbClr val="1C4372"/>
              </a:solidFill>
            </a:endParaRPr>
          </a:p>
          <a:p>
            <a:pPr marL="285750" indent="-285750">
              <a:buChar char="•"/>
              <a:defRPr/>
            </a:pPr>
            <a:r>
              <a:rPr lang="zh-CN" sz="1700" b="1">
                <a:solidFill>
                  <a:srgbClr val="1C4372"/>
                </a:solidFill>
              </a:rPr>
              <a:t>Mid-term Implementation</a:t>
            </a:r>
            <a:endParaRPr lang="zh-CN" sz="1700" b="1">
              <a:solidFill>
                <a:srgbClr val="1C4372"/>
              </a:solidFill>
            </a:endParaRPr>
          </a:p>
          <a:p>
            <a:pPr indent="0">
              <a:buNone/>
              <a:defRPr/>
            </a:pPr>
            <a:r>
              <a:rPr lang="zh-CN" sz="1700">
                <a:solidFill>
                  <a:srgbClr val="1C4372"/>
                </a:solidFill>
              </a:rPr>
              <a:t>Hardware procurement, dual-point coding, data collection, baseline modeling.</a:t>
            </a:r>
            <a:endParaRPr lang="zh-CN" sz="1700">
              <a:solidFill>
                <a:srgbClr val="1C4372"/>
              </a:solidFill>
            </a:endParaRPr>
          </a:p>
          <a:p>
            <a:pPr marL="285750" indent="-285750">
              <a:buChar char="•"/>
              <a:defRPr/>
            </a:pPr>
            <a:r>
              <a:rPr lang="zh-CN" sz="1700" b="1">
                <a:solidFill>
                  <a:srgbClr val="1C4372"/>
                </a:solidFill>
              </a:rPr>
              <a:t>Later-stage Integration</a:t>
            </a:r>
            <a:endParaRPr lang="zh-CN" sz="1700" b="1">
              <a:solidFill>
                <a:srgbClr val="1C4372"/>
              </a:solidFill>
            </a:endParaRPr>
          </a:p>
          <a:p>
            <a:pPr indent="0">
              <a:buNone/>
              <a:defRPr/>
            </a:pPr>
            <a:r>
              <a:rPr lang="zh-CN" sz="1700">
                <a:solidFill>
                  <a:srgbClr val="1C4372"/>
                </a:solidFill>
              </a:rPr>
              <a:t>Incremental update, system test, result analysis, final report preparation.</a:t>
            </a:r>
            <a:endParaRPr lang="zh-CN" sz="1700">
              <a:solidFill>
                <a:srgbClr val="1C4372"/>
              </a:solidFill>
            </a:endParaRPr>
          </a:p>
        </p:txBody>
      </p:sp>
      <p:sp>
        <p:nvSpPr>
          <p:cNvPr id="723652686" name="圆角矩形标注 22"/>
          <p:cNvSpPr/>
          <p:nvPr userDrawn="1"/>
        </p:nvSpPr>
        <p:spPr bwMode="auto">
          <a:xfrm>
            <a:off x="1255924" y="1060856"/>
            <a:ext cx="2497667" cy="1051577"/>
          </a:xfrm>
          <a:prstGeom prst="wedgeRoundRectCallout">
            <a:avLst>
              <a:gd name="adj1" fmla="val 50305"/>
              <a:gd name="adj2" fmla="val 89693"/>
              <a:gd name="adj3" fmla="val 16667"/>
            </a:avLst>
          </a:prstGeom>
          <a:solidFill>
            <a:srgbClr val="E2E6ED">
              <a:alpha val="100000"/>
            </a:srgbClr>
          </a:solidFill>
          <a:ln w="12700" cap="flat" cmpd="sng" algn="ctr">
            <a:solidFill>
              <a:srgbClr val="AEB5C0">
                <a:alpha val="100000"/>
              </a:srgbClr>
            </a:solid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defRPr/>
            </a:pPr>
            <a:r>
              <a:rPr lang="zh-CN" b="1">
                <a:solidFill>
                  <a:srgbClr val="1C4372"/>
                </a:solidFill>
              </a:rPr>
              <a:t>Thesis proposal, preliminary system scheme</a:t>
            </a:r>
            <a:endParaRPr lang="zh-CN" b="1">
              <a:solidFill>
                <a:srgbClr val="1C4372"/>
              </a:solidFill>
            </a:endParaRPr>
          </a:p>
        </p:txBody>
      </p:sp>
      <p:sp>
        <p:nvSpPr>
          <p:cNvPr id="300979264" name="圆角矩形标注 23"/>
          <p:cNvSpPr/>
          <p:nvPr userDrawn="1"/>
        </p:nvSpPr>
        <p:spPr bwMode="auto">
          <a:xfrm>
            <a:off x="3936471" y="1060856"/>
            <a:ext cx="2497667" cy="1051560"/>
          </a:xfrm>
          <a:prstGeom prst="wedgeRoundRectCallout">
            <a:avLst>
              <a:gd name="adj1" fmla="val 84543"/>
              <a:gd name="adj2" fmla="val 82449"/>
              <a:gd name="adj3" fmla="val 16667"/>
            </a:avLst>
          </a:prstGeom>
          <a:solidFill>
            <a:srgbClr val="E2E6ED">
              <a:alpha val="100000"/>
            </a:srgbClr>
          </a:solidFill>
          <a:ln w="12700" cap="flat" cmpd="sng" algn="ctr">
            <a:solidFill>
              <a:srgbClr val="AEB5C0">
                <a:alpha val="100000"/>
              </a:srgbClr>
            </a:solid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defRPr/>
            </a:pPr>
            <a:r>
              <a:rPr lang="en-US" b="1">
                <a:solidFill>
                  <a:srgbClr val="1C4372"/>
                </a:solidFill>
              </a:rPr>
              <a:t>Prototype code, data acquisition scheme, phased data</a:t>
            </a:r>
            <a:endParaRPr lang="en-US" b="1">
              <a:solidFill>
                <a:srgbClr val="1C4372"/>
              </a:solidFill>
            </a:endParaRPr>
          </a:p>
        </p:txBody>
      </p:sp>
      <p:sp>
        <p:nvSpPr>
          <p:cNvPr id="73859189" name="圆角矩形标注 24"/>
          <p:cNvSpPr/>
          <p:nvPr userDrawn="1"/>
        </p:nvSpPr>
        <p:spPr bwMode="auto">
          <a:xfrm>
            <a:off x="6617018" y="1060856"/>
            <a:ext cx="2397001" cy="1051577"/>
          </a:xfrm>
          <a:prstGeom prst="wedgeRoundRectCallout">
            <a:avLst>
              <a:gd name="adj1" fmla="val 54023"/>
              <a:gd name="adj2" fmla="val 82447"/>
              <a:gd name="adj3" fmla="val 16667"/>
            </a:avLst>
          </a:prstGeom>
          <a:solidFill>
            <a:srgbClr val="E2E6ED">
              <a:alpha val="100000"/>
            </a:srgbClr>
          </a:solidFill>
          <a:ln w="12700" cap="flat" cmpd="sng" algn="ctr">
            <a:solidFill>
              <a:srgbClr val="AEB5C0">
                <a:alpha val="100000"/>
              </a:srgbClr>
            </a:solid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defRPr/>
            </a:pPr>
            <a:r>
              <a:rPr lang="en-US" b="1">
                <a:solidFill>
                  <a:srgbClr val="1C4372"/>
                </a:solidFill>
              </a:rPr>
              <a:t>Mid-term presentation, experimental results</a:t>
            </a:r>
            <a:endParaRPr lang="en-US" b="1">
              <a:solidFill>
                <a:srgbClr val="1C4372"/>
              </a:solidFill>
            </a:endParaRPr>
          </a:p>
        </p:txBody>
      </p:sp>
      <p:sp>
        <p:nvSpPr>
          <p:cNvPr id="1366365558" name="圆角矩形标注 25"/>
          <p:cNvSpPr/>
          <p:nvPr userDrawn="1"/>
        </p:nvSpPr>
        <p:spPr bwMode="auto">
          <a:xfrm>
            <a:off x="9196899" y="1060856"/>
            <a:ext cx="2878667" cy="1051577"/>
          </a:xfrm>
          <a:prstGeom prst="wedgeRoundRectCallout">
            <a:avLst>
              <a:gd name="adj1" fmla="val 42821"/>
              <a:gd name="adj2" fmla="val 82447"/>
              <a:gd name="adj3" fmla="val 16667"/>
            </a:avLst>
          </a:prstGeom>
          <a:solidFill>
            <a:srgbClr val="E2E6ED">
              <a:alpha val="100000"/>
            </a:srgbClr>
          </a:solidFill>
          <a:ln w="12700" cap="flat" cmpd="sng" algn="ctr">
            <a:solidFill>
              <a:srgbClr val="AEB5C0">
                <a:alpha val="100000"/>
              </a:srgbClr>
            </a:solid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defRPr/>
            </a:pPr>
            <a:r>
              <a:rPr lang="en-US" b="1">
                <a:solidFill>
                  <a:srgbClr val="1C4372"/>
                </a:solidFill>
              </a:rPr>
              <a:t>Final project report, defense PPT, demonstration system</a:t>
            </a:r>
            <a:endParaRPr lang="en-US" b="1">
              <a:solidFill>
                <a:srgbClr val="1C4372"/>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84467224" name="文本框 53"/>
          <p:cNvSpPr txBox="1"/>
          <p:nvPr/>
        </p:nvSpPr>
        <p:spPr bwMode="auto">
          <a:xfrm flipH="0" flipV="0">
            <a:off x="629330" y="443968"/>
            <a:ext cx="6264418" cy="1076324"/>
          </a:xfrm>
          <a:prstGeom prst="rect">
            <a:avLst/>
          </a:prstGeom>
          <a:noFill/>
        </p:spPr>
        <p:txBody>
          <a:bodyPr wrap="square" rtlCol="0">
            <a:noAutofit/>
          </a:bodyPr>
          <a:lstStyle/>
          <a:p>
            <a:pPr>
              <a:defRPr/>
            </a:pPr>
            <a:r>
              <a:rPr lang="zh-CN" sz="3200" b="1">
                <a:solidFill>
                  <a:schemeClr val="accent1"/>
                </a:solidFill>
                <a:latin typeface="庞门正道标题体"/>
                <a:ea typeface="庞门正道标题体"/>
              </a:rPr>
              <a:t>Research </a:t>
            </a:r>
            <a:r>
              <a:rPr lang="en-US" sz="3200" b="1">
                <a:solidFill>
                  <a:schemeClr val="accent1"/>
                </a:solidFill>
                <a:latin typeface="庞门正道标题体"/>
                <a:ea typeface="庞门正道标题体"/>
              </a:rPr>
              <a:t>O</a:t>
            </a:r>
            <a:r>
              <a:rPr lang="zh-CN" sz="3200" b="1">
                <a:solidFill>
                  <a:schemeClr val="accent1"/>
                </a:solidFill>
                <a:latin typeface="庞门正道标题体"/>
                <a:ea typeface="庞门正道标题体"/>
              </a:rPr>
              <a:t>bjectives</a:t>
            </a:r>
            <a:endParaRPr lang="zh-CN" sz="3200" b="1">
              <a:solidFill>
                <a:schemeClr val="accent1"/>
              </a:solidFill>
              <a:latin typeface="庞门正道标题体"/>
              <a:ea typeface="庞门正道标题体"/>
            </a:endParaRPr>
          </a:p>
        </p:txBody>
      </p:sp>
      <p:grpSp>
        <p:nvGrpSpPr>
          <p:cNvPr id="375170784" name="组合 3"/>
          <p:cNvGrpSpPr/>
          <p:nvPr/>
        </p:nvGrpSpPr>
        <p:grpSpPr bwMode="auto">
          <a:xfrm>
            <a:off x="-619606" y="-535731"/>
            <a:ext cx="1272087" cy="1272087"/>
            <a:chOff x="-619606" y="-535731"/>
            <a:chExt cx="1272087" cy="1272087"/>
          </a:xfrm>
        </p:grpSpPr>
        <p:sp>
          <p:nvSpPr>
            <p:cNvPr id="2" name="椭圆 1"/>
            <p:cNvSpPr/>
            <p:nvPr/>
          </p:nvSpPr>
          <p:spPr bwMode="auto">
            <a:xfrm>
              <a:off x="-619606" y="-535731"/>
              <a:ext cx="1272087" cy="12720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atin typeface="锐字真言体免费商用"/>
                <a:ea typeface="锐字真言体免费商用"/>
              </a:endParaRPr>
            </a:p>
          </p:txBody>
        </p:sp>
        <p:sp>
          <p:nvSpPr>
            <p:cNvPr id="3" name="文本框 2"/>
            <p:cNvSpPr txBox="1"/>
            <p:nvPr/>
          </p:nvSpPr>
          <p:spPr bwMode="auto">
            <a:xfrm>
              <a:off x="37707" y="188537"/>
              <a:ext cx="479618" cy="369332"/>
            </a:xfrm>
            <a:prstGeom prst="rect">
              <a:avLst/>
            </a:prstGeom>
            <a:noFill/>
          </p:spPr>
          <p:txBody>
            <a:bodyPr wrap="none" rtlCol="0">
              <a:spAutoFit/>
            </a:bodyPr>
            <a:lstStyle/>
            <a:p>
              <a:pPr>
                <a:defRPr/>
              </a:pPr>
              <a:r>
                <a:rPr lang="en-US">
                  <a:solidFill>
                    <a:schemeClr val="bg1"/>
                  </a:solidFill>
                  <a:latin typeface="锐字真言体免费商用"/>
                  <a:ea typeface="锐字真言体免费商用"/>
                </a:rPr>
                <a:t>03</a:t>
              </a:r>
              <a:endParaRPr lang="zh-CN">
                <a:solidFill>
                  <a:schemeClr val="bg1"/>
                </a:solidFill>
                <a:latin typeface="锐字真言体免费商用"/>
                <a:ea typeface="锐字真言体免费商用"/>
              </a:endParaRPr>
            </a:p>
          </p:txBody>
        </p:sp>
      </p:grpSp>
      <p:graphicFrame>
        <p:nvGraphicFramePr>
          <p:cNvPr id="900511856" name="表格 5"/>
          <p:cNvGraphicFramePr>
            <a:graphicFrameLocks xmlns:a="http://schemas.openxmlformats.org/drawingml/2006/main"/>
          </p:cNvGraphicFramePr>
          <p:nvPr/>
        </p:nvGraphicFramePr>
        <p:xfrm rot="0">
          <a:off x="517398" y="1236421"/>
          <a:ext cx="11496675" cy="5280660"/>
        </p:xfrm>
        <a:graphic>
          <a:graphicData uri="http://schemas.openxmlformats.org/drawingml/2006/table">
            <a:tbl>
              <a:tblPr firstRow="1" firstCol="0" lastRow="0" lastCol="0" bandRow="1" bandCol="0">
                <a:tableStyleId>{5940675A-B579-460E-94D1-54222C63F5DA}</a:tableStyleId>
              </a:tblPr>
              <a:tblGrid>
                <a:gridCol w="3342005"/>
                <a:gridCol w="8154670"/>
              </a:tblGrid>
              <a:tr h="717550">
                <a:tc>
                  <a:txBody>
                    <a:bodyPr/>
                    <a:p>
                      <a:pPr algn="ctr">
                        <a:buNone/>
                        <a:defRPr/>
                      </a:pPr>
                      <a:r>
                        <a:rPr lang="en-US" sz="2200" b="0">
                          <a:solidFill>
                            <a:srgbClr val="FFFFFF"/>
                          </a:solidFill>
                        </a:rPr>
                        <a:t>Object</a:t>
                      </a:r>
                      <a:endParaRPr lang="en-US" sz="2200" b="0">
                        <a:solidFill>
                          <a:srgbClr val="FFFFFF"/>
                        </a:solidFill>
                      </a:endParaRPr>
                    </a:p>
                  </a:txBody>
                  <a:tcPr anchor="ctr">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solidFill>
                      <a:srgbClr val="1C4372"/>
                    </a:solidFill>
                  </a:tcPr>
                </a:tc>
                <a:tc>
                  <a:txBody>
                    <a:bodyPr/>
                    <a:p>
                      <a:pPr algn="ctr">
                        <a:buNone/>
                        <a:defRPr/>
                      </a:pPr>
                      <a:r>
                        <a:rPr lang="zh-CN" sz="2200" b="0">
                          <a:solidFill>
                            <a:srgbClr val="FFFFFF"/>
                          </a:solidFill>
                        </a:rPr>
                        <a:t>Corresponding achievements</a:t>
                      </a:r>
                      <a:endParaRPr lang="zh-CN" sz="2200" b="0">
                        <a:solidFill>
                          <a:srgbClr val="FFFFFF"/>
                        </a:solidFill>
                      </a:endParaRPr>
                    </a:p>
                  </a:txBody>
                  <a:tcPr anchor="ctr">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solidFill>
                      <a:srgbClr val="1C4372"/>
                    </a:solidFill>
                  </a:tcPr>
                </a:tc>
              </a:tr>
              <a:tr h="839470">
                <a:tc>
                  <a:txBody>
                    <a:bodyPr/>
                    <a:p>
                      <a:pPr indent="0">
                        <a:buNone/>
                        <a:defRPr/>
                      </a:pPr>
                      <a:r>
                        <a:rPr lang="en-US" sz="2000" b="0"/>
                        <a:t>Build a dual-measurement point monitoring link</a:t>
                      </a:r>
                      <a:endParaRPr lang="zh-CN" sz="2000" b="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c>
                  <a:txBody>
                    <a:bodyPr/>
                    <a:p>
                      <a:pPr indent="0">
                        <a:buNone/>
                        <a:defRPr/>
                      </a:pPr>
                      <a:r>
                        <a:rPr lang="en-US" sz="2000" b="0"/>
                        <a:t>Complete the prototype of "three-axis sensor + global camera" acquisition and synchronous analysis</a:t>
                      </a:r>
                      <a:endParaRPr lang="zh-CN" sz="2000" b="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r>
              <a:tr h="1206500">
                <a:tc>
                  <a:txBody>
                    <a:bodyPr/>
                    <a:p>
                      <a:pPr indent="0">
                        <a:buNone/>
                        <a:defRPr/>
                      </a:pPr>
                      <a:r>
                        <a:rPr lang="en-US" sz="2000" b="0"/>
                        <a:t>Establish the main link for visual vibration measurement</a:t>
                      </a:r>
                      <a:endParaRPr lang="zh-CN" sz="2000" b="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c>
                  <a:txBody>
                    <a:bodyPr/>
                    <a:p>
                      <a:pPr indent="0">
                        <a:buNone/>
                        <a:defRPr/>
                      </a:pPr>
                      <a:r>
                        <a:rPr lang="en-US" sz="2000" b="0"/>
                        <a:t>Output the ROI corner point trajectory, median displacement timing, and visual features such as the sliding window main frequency, power, spectral centroid, and spectral entropy</a:t>
                      </a:r>
                      <a:endParaRPr lang="zh-CN" sz="2000" b="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r>
              <a:tr h="838835">
                <a:tc>
                  <a:txBody>
                    <a:bodyPr/>
                    <a:p>
                      <a:pPr indent="0">
                        <a:buNone/>
                        <a:defRPr/>
                      </a:pPr>
                      <a:r>
                        <a:rPr lang="en-US" sz="2000" b="0"/>
                        <a:t>Implement the state recognition model</a:t>
                      </a:r>
                      <a:endParaRPr lang="zh-CN" sz="2000" b="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c>
                  <a:txBody>
                    <a:bodyPr/>
                    <a:p>
                      <a:pPr indent="0">
                        <a:buNone/>
                        <a:defRPr/>
                      </a:pPr>
                      <a:r>
                        <a:rPr lang="en-US" sz="2000" b="0"/>
                        <a:t>Complete the single-modal baseline and dual-modal fusion classification experiments</a:t>
                      </a:r>
                      <a:endParaRPr lang="zh-CN" sz="2000" b="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r>
              <a:tr h="839470">
                <a:tc>
                  <a:txBody>
                    <a:bodyPr/>
                    <a:p>
                      <a:pPr indent="0">
                        <a:buNone/>
                        <a:defRPr/>
                      </a:pPr>
                      <a:r>
                        <a:rPr lang="en-US" sz="2000" b="0"/>
                        <a:t>Verify the incremental update capability</a:t>
                      </a:r>
                      <a:endParaRPr lang="zh-CN" sz="2000" b="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c>
                  <a:txBody>
                    <a:bodyPr/>
                    <a:p>
                      <a:pPr indent="0">
                        <a:buNone/>
                        <a:defRPr/>
                      </a:pPr>
                      <a:r>
                        <a:rPr lang="en-US" sz="2000" b="0"/>
                        <a:t>Complete prototype updates or lightweight online update demonstrations based on a small number of new samples</a:t>
                      </a:r>
                      <a:endParaRPr lang="zh-CN" sz="2000" b="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r>
              <a:tr h="838835">
                <a:tc>
                  <a:txBody>
                    <a:bodyPr/>
                    <a:p>
                      <a:pPr indent="0">
                        <a:buNone/>
                        <a:defRPr/>
                      </a:pPr>
                      <a:r>
                        <a:rPr lang="en-US" sz="2000" b="0"/>
                        <a:t>Complete the course delivery</a:t>
                      </a:r>
                      <a:endParaRPr lang="zh-CN" sz="2000" b="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c>
                  <a:txBody>
                    <a:bodyPr/>
                    <a:p>
                      <a:pPr indent="0">
                        <a:buNone/>
                        <a:defRPr/>
                      </a:pPr>
                      <a:r>
                        <a:rPr lang="en-US" sz="2000" b="0"/>
                        <a:t>Form the materials for the proposal, mid-term and conclusion, as well as a demonstrable system</a:t>
                      </a:r>
                      <a:endParaRPr lang="zh-CN" sz="2000" b="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825211315" name="文本框 53"/>
          <p:cNvSpPr txBox="1"/>
          <p:nvPr/>
        </p:nvSpPr>
        <p:spPr bwMode="auto">
          <a:xfrm>
            <a:off x="629331" y="443969"/>
            <a:ext cx="3426179" cy="583565"/>
          </a:xfrm>
          <a:prstGeom prst="rect">
            <a:avLst/>
          </a:prstGeom>
          <a:noFill/>
        </p:spPr>
        <p:txBody>
          <a:bodyPr wrap="square" rtlCol="0">
            <a:spAutoFit/>
          </a:bodyPr>
          <a:lstStyle/>
          <a:p>
            <a:pPr lvl="0">
              <a:defRPr/>
            </a:pPr>
            <a:r>
              <a:rPr lang="zh-CN" sz="3200" b="1">
                <a:solidFill>
                  <a:schemeClr val="accent1"/>
                </a:solidFill>
                <a:latin typeface="庞门正道标题体"/>
                <a:ea typeface="庞门正道标题体"/>
              </a:rPr>
              <a:t>Research Ideas</a:t>
            </a:r>
            <a:endParaRPr lang="zh-CN" sz="3200" b="1">
              <a:solidFill>
                <a:schemeClr val="accent1"/>
              </a:solidFill>
              <a:latin typeface="庞门正道标题体"/>
              <a:ea typeface="庞门正道标题体"/>
            </a:endParaRPr>
          </a:p>
        </p:txBody>
      </p:sp>
      <p:grpSp>
        <p:nvGrpSpPr>
          <p:cNvPr id="762551262" name="组合 3"/>
          <p:cNvGrpSpPr/>
          <p:nvPr/>
        </p:nvGrpSpPr>
        <p:grpSpPr bwMode="auto">
          <a:xfrm>
            <a:off x="-619606" y="-535731"/>
            <a:ext cx="1272087" cy="1272087"/>
            <a:chOff x="-619606" y="-535731"/>
            <a:chExt cx="1272087" cy="1272087"/>
          </a:xfrm>
        </p:grpSpPr>
        <p:sp>
          <p:nvSpPr>
            <p:cNvPr id="2" name="椭圆 1"/>
            <p:cNvSpPr/>
            <p:nvPr/>
          </p:nvSpPr>
          <p:spPr bwMode="auto">
            <a:xfrm>
              <a:off x="-619606" y="-535731"/>
              <a:ext cx="1272087" cy="12720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atin typeface="锐字真言体免费商用"/>
                <a:ea typeface="锐字真言体免费商用"/>
              </a:endParaRPr>
            </a:p>
          </p:txBody>
        </p:sp>
        <p:sp>
          <p:nvSpPr>
            <p:cNvPr id="3" name="文本框 2"/>
            <p:cNvSpPr txBox="1"/>
            <p:nvPr/>
          </p:nvSpPr>
          <p:spPr bwMode="auto">
            <a:xfrm>
              <a:off x="37707" y="188537"/>
              <a:ext cx="479618" cy="369332"/>
            </a:xfrm>
            <a:prstGeom prst="rect">
              <a:avLst/>
            </a:prstGeom>
            <a:noFill/>
          </p:spPr>
          <p:txBody>
            <a:bodyPr wrap="none" rtlCol="0">
              <a:spAutoFit/>
            </a:bodyPr>
            <a:lstStyle/>
            <a:p>
              <a:pPr>
                <a:defRPr/>
              </a:pPr>
              <a:r>
                <a:rPr lang="en-US">
                  <a:solidFill>
                    <a:schemeClr val="bg1"/>
                  </a:solidFill>
                  <a:latin typeface="锐字真言体免费商用"/>
                  <a:ea typeface="锐字真言体免费商用"/>
                </a:rPr>
                <a:t>04</a:t>
              </a:r>
              <a:endParaRPr lang="zh-CN">
                <a:solidFill>
                  <a:schemeClr val="bg1"/>
                </a:solidFill>
                <a:latin typeface="锐字真言体免费商用"/>
                <a:ea typeface="锐字真言体免费商用"/>
              </a:endParaRPr>
            </a:p>
          </p:txBody>
        </p:sp>
      </p:grpSp>
      <p:pic>
        <p:nvPicPr>
          <p:cNvPr id="1337633072" name="图片 4" descr="upload_post_object_v2_1031319260"/>
          <p:cNvPicPr>
            <a:picLocks noChangeAspect="1"/>
          </p:cNvPicPr>
          <p:nvPr/>
        </p:nvPicPr>
        <p:blipFill rotWithShape="1">
          <a:blip r:embed="rId3"/>
          <a:srcRect l="2940" t="0" r="3465" b="12887"/>
          <a:stretch/>
        </p:blipFill>
        <p:spPr bwMode="auto">
          <a:xfrm>
            <a:off x="579875" y="1044537"/>
            <a:ext cx="11032251" cy="4768926"/>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58937794" name="文本框 6"/>
          <p:cNvSpPr txBox="1"/>
          <p:nvPr/>
        </p:nvSpPr>
        <p:spPr bwMode="auto">
          <a:xfrm>
            <a:off x="629331" y="443969"/>
            <a:ext cx="9341146" cy="583565"/>
          </a:xfrm>
          <a:prstGeom prst="rect">
            <a:avLst/>
          </a:prstGeom>
          <a:noFill/>
        </p:spPr>
        <p:txBody>
          <a:bodyPr wrap="square" rtlCol="0">
            <a:spAutoFit/>
          </a:bodyPr>
          <a:lstStyle/>
          <a:p>
            <a:pPr lvl="0">
              <a:defRPr/>
            </a:pPr>
            <a:r>
              <a:rPr lang="zh-CN" sz="3200" b="1">
                <a:solidFill>
                  <a:schemeClr val="accent1"/>
                </a:solidFill>
                <a:latin typeface="庞门正道标题体"/>
                <a:ea typeface="庞门正道标题体"/>
              </a:rPr>
              <a:t>Research Ideas</a:t>
            </a:r>
            <a:endParaRPr lang="zh-CN" sz="3200" b="1">
              <a:solidFill>
                <a:schemeClr val="accent1"/>
              </a:solidFill>
              <a:latin typeface="庞门正道标题体"/>
              <a:ea typeface="庞门正道标题体"/>
            </a:endParaRPr>
          </a:p>
        </p:txBody>
      </p:sp>
      <p:grpSp>
        <p:nvGrpSpPr>
          <p:cNvPr id="1416312883" name="组合 22"/>
          <p:cNvGrpSpPr/>
          <p:nvPr/>
        </p:nvGrpSpPr>
        <p:grpSpPr bwMode="auto">
          <a:xfrm>
            <a:off x="-619606" y="-535731"/>
            <a:ext cx="1272087" cy="1272087"/>
            <a:chOff x="-619606" y="-535731"/>
            <a:chExt cx="1272087" cy="1272087"/>
          </a:xfrm>
        </p:grpSpPr>
        <p:sp>
          <p:nvSpPr>
            <p:cNvPr id="24" name="椭圆 23"/>
            <p:cNvSpPr/>
            <p:nvPr/>
          </p:nvSpPr>
          <p:spPr bwMode="auto">
            <a:xfrm>
              <a:off x="-619606" y="-535731"/>
              <a:ext cx="1272087" cy="12720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atin typeface="锐字真言体免费商用"/>
                <a:ea typeface="锐字真言体免费商用"/>
              </a:endParaRPr>
            </a:p>
          </p:txBody>
        </p:sp>
        <p:sp>
          <p:nvSpPr>
            <p:cNvPr id="25" name="文本框 24"/>
            <p:cNvSpPr txBox="1"/>
            <p:nvPr/>
          </p:nvSpPr>
          <p:spPr bwMode="auto">
            <a:xfrm>
              <a:off x="37707" y="188537"/>
              <a:ext cx="479618" cy="369332"/>
            </a:xfrm>
            <a:prstGeom prst="rect">
              <a:avLst/>
            </a:prstGeom>
            <a:noFill/>
          </p:spPr>
          <p:txBody>
            <a:bodyPr wrap="none" rtlCol="0">
              <a:spAutoFit/>
            </a:bodyPr>
            <a:lstStyle/>
            <a:p>
              <a:pPr>
                <a:defRPr/>
              </a:pPr>
              <a:r>
                <a:rPr lang="en-US">
                  <a:solidFill>
                    <a:schemeClr val="bg1"/>
                  </a:solidFill>
                  <a:latin typeface="锐字真言体免费商用"/>
                  <a:ea typeface="锐字真言体免费商用"/>
                </a:rPr>
                <a:t>04</a:t>
              </a:r>
              <a:endParaRPr lang="zh-CN">
                <a:solidFill>
                  <a:schemeClr val="bg1"/>
                </a:solidFill>
                <a:latin typeface="锐字真言体免费商用"/>
                <a:ea typeface="锐字真言体免费商用"/>
              </a:endParaRPr>
            </a:p>
          </p:txBody>
        </p:sp>
      </p:grpSp>
      <p:pic>
        <p:nvPicPr>
          <p:cNvPr id="880461950" name="图片 14"/>
          <p:cNvPicPr/>
          <p:nvPr/>
        </p:nvPicPr>
        <p:blipFill rotWithShape="1">
          <a:blip r:embed="rId3"/>
          <a:stretch/>
        </p:blipFill>
        <p:spPr bwMode="auto">
          <a:xfrm>
            <a:off x="1547495" y="1795145"/>
            <a:ext cx="2576195" cy="3192780"/>
          </a:xfrm>
          <a:prstGeom prst="rect">
            <a:avLst/>
          </a:prstGeom>
          <a:noFill/>
          <a:ln>
            <a:noFill/>
          </a:ln>
          <a:effectLst>
            <a:outerShdw blurRad="107950" dist="12700" dir="5400000" algn="ctr">
              <a:srgbClr val="000000"/>
            </a:outerShdw>
          </a:effectLst>
        </p:spPr>
      </p:pic>
      <p:sp>
        <p:nvSpPr>
          <p:cNvPr id="1942655772" name="矩形 1"/>
          <p:cNvSpPr/>
          <p:nvPr/>
        </p:nvSpPr>
        <p:spPr bwMode="auto">
          <a:xfrm>
            <a:off x="1209675" y="4987925"/>
            <a:ext cx="3251835" cy="683895"/>
          </a:xfrm>
          <a:prstGeom prst="rect">
            <a:avLst/>
          </a:prstGeom>
          <a:ln>
            <a:noFill/>
          </a:ln>
          <a:effectLst>
            <a:outerShdw blurRad="107950" dist="12700" dir="5400000" algn="ctr">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zh-CN" sz="2400" b="1"/>
              <a:t>齿轮箱模型</a:t>
            </a:r>
            <a:endParaRPr lang="zh-CN" sz="2400" b="1"/>
          </a:p>
        </p:txBody>
      </p:sp>
      <p:pic>
        <p:nvPicPr>
          <p:cNvPr id="1957276376" name="图片 18"/>
          <p:cNvPicPr/>
          <p:nvPr/>
        </p:nvPicPr>
        <p:blipFill rotWithShape="1">
          <a:blip r:embed="rId4"/>
          <a:stretch/>
        </p:blipFill>
        <p:spPr bwMode="auto">
          <a:xfrm rot="5400000">
            <a:off x="5173345" y="2048510"/>
            <a:ext cx="3195320" cy="2691130"/>
          </a:xfrm>
          <a:prstGeom prst="rect">
            <a:avLst/>
          </a:prstGeom>
          <a:noFill/>
          <a:ln>
            <a:noFill/>
          </a:ln>
          <a:effectLst>
            <a:outerShdw blurRad="107950" dist="12700" dir="5400000" algn="ctr">
              <a:srgbClr val="000000"/>
            </a:outerShdw>
          </a:effectLst>
        </p:spPr>
      </p:pic>
      <p:sp>
        <p:nvSpPr>
          <p:cNvPr id="263598463" name="矩形 3"/>
          <p:cNvSpPr/>
          <p:nvPr/>
        </p:nvSpPr>
        <p:spPr bwMode="auto">
          <a:xfrm>
            <a:off x="5425440" y="4993005"/>
            <a:ext cx="5782309" cy="683260"/>
          </a:xfrm>
          <a:prstGeom prst="rect">
            <a:avLst/>
          </a:prstGeom>
          <a:ln>
            <a:noFill/>
          </a:ln>
          <a:effectLst>
            <a:outerShdw blurRad="107950" dist="12700" dir="5400000" algn="ctr">
              <a:srgbClr val="000000"/>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sz="2000" b="1"/>
              <a:t>STM32</a:t>
            </a:r>
            <a:r>
              <a:rPr lang="zh-CN" sz="2000" b="1"/>
              <a:t>开发板</a:t>
            </a:r>
            <a:endParaRPr lang="zh-CN" sz="3600" b="1"/>
          </a:p>
        </p:txBody>
      </p:sp>
      <p:pic>
        <p:nvPicPr>
          <p:cNvPr id="1205854025" name="图片 21"/>
          <p:cNvPicPr/>
          <p:nvPr/>
        </p:nvPicPr>
        <p:blipFill rotWithShape="1">
          <a:blip r:embed="rId5"/>
          <a:stretch/>
        </p:blipFill>
        <p:spPr bwMode="auto">
          <a:xfrm>
            <a:off x="8116570" y="1795145"/>
            <a:ext cx="3091180" cy="3195320"/>
          </a:xfrm>
          <a:prstGeom prst="rect">
            <a:avLst/>
          </a:prstGeom>
          <a:ln>
            <a:noFill/>
          </a:ln>
          <a:effectLst>
            <a:outerShdw blurRad="107950" dist="12700" dir="5400000" algn="ctr">
              <a:srgbClr val="000000"/>
            </a:outerShdw>
          </a:effectLst>
        </p:spPr>
      </p:pic>
      <p:sp>
        <p:nvSpPr>
          <p:cNvPr id="516459121" name="Rectangles 5"/>
          <p:cNvSpPr/>
          <p:nvPr userDrawn="1"/>
        </p:nvSpPr>
        <p:spPr bwMode="auto">
          <a:xfrm>
            <a:off x="5454262" y="5018043"/>
            <a:ext cx="5729668" cy="672281"/>
          </a:xfrm>
          <a:prstGeom prst="rect">
            <a:avLst/>
          </a:prstGeom>
          <a:solidFill>
            <a:srgbClr val="002060">
              <a:alpha val="100000"/>
            </a:srgbClr>
          </a:solidFill>
          <a:ln w="12700" cap="flat" cmpd="sng" algn="ctr">
            <a:solidFill>
              <a:srgbClr val="002060">
                <a:alpha val="100000"/>
              </a:srgbClr>
            </a:solid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defRPr/>
            </a:pPr>
            <a:r>
              <a:rPr lang="en-US" sz="2600">
                <a:solidFill>
                  <a:srgbClr val="FFFFFF"/>
                </a:solidFill>
              </a:rPr>
              <a:t>STM32</a:t>
            </a:r>
            <a:endParaRPr lang="zh-CN" sz="2600">
              <a:solidFill>
                <a:srgbClr val="FFFFFF"/>
              </a:solidFill>
            </a:endParaRPr>
          </a:p>
        </p:txBody>
      </p:sp>
      <p:sp>
        <p:nvSpPr>
          <p:cNvPr id="1425633641" name="Rectangles 11"/>
          <p:cNvSpPr/>
          <p:nvPr userDrawn="1"/>
        </p:nvSpPr>
        <p:spPr bwMode="auto">
          <a:xfrm>
            <a:off x="1209610" y="5017991"/>
            <a:ext cx="3251922" cy="672284"/>
          </a:xfrm>
          <a:prstGeom prst="rect">
            <a:avLst/>
          </a:prstGeom>
          <a:solidFill>
            <a:srgbClr val="002060">
              <a:alpha val="100000"/>
            </a:srgbClr>
          </a:solidFill>
          <a:ln w="12700" cap="flat" cmpd="sng" algn="ctr">
            <a:solidFill>
              <a:srgbClr val="002060">
                <a:alpha val="100000"/>
              </a:srgbClr>
            </a:solidFill>
            <a:prstDash val="solid"/>
            <a:miter lim="800000"/>
          </a:ln>
        </p:spPr>
        <p:style>
          <a:lnRef idx="2">
            <a:schemeClr val="accent1">
              <a:lumMod val="75000"/>
            </a:schemeClr>
          </a:lnRef>
          <a:fillRef idx="1">
            <a:schemeClr val="accent1"/>
          </a:fillRef>
          <a:effectRef idx="0">
            <a:srgbClr val="FFFFFF"/>
          </a:effectRef>
          <a:fontRef idx="minor">
            <a:schemeClr val="lt1"/>
          </a:fontRef>
        </p:style>
        <p:txBody>
          <a:bodyPr rtlCol="0" anchor="ctr">
            <a:noAutofit/>
          </a:bodyPr>
          <a:p>
            <a:pPr algn="ctr">
              <a:defRPr/>
            </a:pPr>
            <a:r>
              <a:rPr lang="zh-CN" sz="2600">
                <a:solidFill>
                  <a:srgbClr val="FFFFFF"/>
                </a:solidFill>
              </a:rPr>
              <a:t>Gearbox Model</a:t>
            </a:r>
            <a:endParaRPr lang="zh-CN" sz="2600">
              <a:solidFill>
                <a:srgbClr val="FFFFFF"/>
              </a:solidFill>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1583083033" name="文本框 53"/>
          <p:cNvSpPr txBox="1"/>
          <p:nvPr/>
        </p:nvSpPr>
        <p:spPr bwMode="auto">
          <a:xfrm flipH="0" flipV="0">
            <a:off x="629330" y="443968"/>
            <a:ext cx="5762430" cy="579479"/>
          </a:xfrm>
          <a:prstGeom prst="rect">
            <a:avLst/>
          </a:prstGeom>
          <a:noFill/>
        </p:spPr>
        <p:txBody>
          <a:bodyPr wrap="square" rtlCol="0">
            <a:spAutoFit/>
          </a:bodyPr>
          <a:lstStyle/>
          <a:p>
            <a:pPr lvl="0">
              <a:defRPr/>
            </a:pPr>
            <a:r>
              <a:rPr lang="zh-CN" sz="3200" b="1">
                <a:solidFill>
                  <a:schemeClr val="accent1"/>
                </a:solidFill>
                <a:latin typeface="庞门正道标题体"/>
                <a:ea typeface="庞门正道标题体"/>
              </a:rPr>
              <a:t>Proposed </a:t>
            </a:r>
            <a:r>
              <a:rPr lang="en-US" sz="3200" b="1">
                <a:solidFill>
                  <a:schemeClr val="accent1"/>
                </a:solidFill>
                <a:latin typeface="庞门正道标题体"/>
                <a:ea typeface="庞门正道标题体"/>
              </a:rPr>
              <a:t>S</a:t>
            </a:r>
            <a:r>
              <a:rPr lang="zh-CN" sz="3200" b="1">
                <a:solidFill>
                  <a:schemeClr val="accent1"/>
                </a:solidFill>
                <a:latin typeface="庞门正道标题体"/>
                <a:ea typeface="庞门正道标题体"/>
              </a:rPr>
              <a:t>cheme</a:t>
            </a:r>
            <a:endParaRPr lang="zh-CN" sz="3200" b="1">
              <a:solidFill>
                <a:schemeClr val="accent1"/>
              </a:solidFill>
              <a:latin typeface="庞门正道标题体"/>
              <a:ea typeface="庞门正道标题体"/>
            </a:endParaRPr>
          </a:p>
        </p:txBody>
      </p:sp>
      <p:grpSp>
        <p:nvGrpSpPr>
          <p:cNvPr id="1132257504" name="组合 3"/>
          <p:cNvGrpSpPr/>
          <p:nvPr/>
        </p:nvGrpSpPr>
        <p:grpSpPr bwMode="auto">
          <a:xfrm>
            <a:off x="-619606" y="-535731"/>
            <a:ext cx="1272087" cy="1272087"/>
            <a:chOff x="-619606" y="-535731"/>
            <a:chExt cx="1272087" cy="1272087"/>
          </a:xfrm>
        </p:grpSpPr>
        <p:sp>
          <p:nvSpPr>
            <p:cNvPr id="2" name="椭圆 1"/>
            <p:cNvSpPr/>
            <p:nvPr/>
          </p:nvSpPr>
          <p:spPr bwMode="auto">
            <a:xfrm>
              <a:off x="-619606" y="-535731"/>
              <a:ext cx="1272087" cy="12720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atin typeface="锐字真言体免费商用"/>
                <a:ea typeface="锐字真言体免费商用"/>
              </a:endParaRPr>
            </a:p>
          </p:txBody>
        </p:sp>
        <p:sp>
          <p:nvSpPr>
            <p:cNvPr id="3" name="文本框 2"/>
            <p:cNvSpPr txBox="1"/>
            <p:nvPr/>
          </p:nvSpPr>
          <p:spPr bwMode="auto">
            <a:xfrm>
              <a:off x="37707" y="188537"/>
              <a:ext cx="479618" cy="369332"/>
            </a:xfrm>
            <a:prstGeom prst="rect">
              <a:avLst/>
            </a:prstGeom>
            <a:noFill/>
          </p:spPr>
          <p:txBody>
            <a:bodyPr wrap="none" rtlCol="0">
              <a:spAutoFit/>
            </a:bodyPr>
            <a:lstStyle/>
            <a:p>
              <a:pPr>
                <a:defRPr/>
              </a:pPr>
              <a:r>
                <a:rPr lang="en-US">
                  <a:solidFill>
                    <a:schemeClr val="bg1"/>
                  </a:solidFill>
                  <a:latin typeface="锐字真言体免费商用"/>
                  <a:ea typeface="锐字真言体免费商用"/>
                </a:rPr>
                <a:t>05</a:t>
              </a:r>
              <a:endParaRPr lang="zh-CN">
                <a:solidFill>
                  <a:schemeClr val="bg1"/>
                </a:solidFill>
                <a:latin typeface="锐字真言体免费商用"/>
                <a:ea typeface="锐字真言体免费商用"/>
              </a:endParaRPr>
            </a:p>
          </p:txBody>
        </p:sp>
      </p:grpSp>
      <p:pic>
        <p:nvPicPr>
          <p:cNvPr id="1221105695" name="Picture 4" descr="upload_post_object_v2_4019395927"/>
          <p:cNvPicPr>
            <a:picLocks noChangeAspect="1"/>
          </p:cNvPicPr>
          <p:nvPr/>
        </p:nvPicPr>
        <p:blipFill rotWithShape="1">
          <a:blip r:embed="rId3"/>
          <a:stretch/>
        </p:blipFill>
        <p:spPr bwMode="auto">
          <a:xfrm>
            <a:off x="0" y="1990696"/>
            <a:ext cx="12192000" cy="2876550"/>
          </a:xfrm>
          <a:prstGeom prst="rect">
            <a:avLst/>
          </a:prstGeom>
        </p:spPr>
      </p:pic>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pic>
        <p:nvPicPr>
          <p:cNvPr id="461247284" name="Picture 7" descr="upload_post_object_v2_3579956320"/>
          <p:cNvPicPr>
            <a:picLocks noChangeAspect="1"/>
          </p:cNvPicPr>
          <p:nvPr/>
        </p:nvPicPr>
        <p:blipFill rotWithShape="1">
          <a:blip r:embed="rId3"/>
          <a:stretch/>
        </p:blipFill>
        <p:spPr bwMode="auto">
          <a:xfrm>
            <a:off x="866804" y="2090520"/>
            <a:ext cx="10458450" cy="2895600"/>
          </a:xfrm>
          <a:prstGeom prst="rect">
            <a:avLst/>
          </a:prstGeom>
        </p:spPr>
      </p:pic>
      <p:sp>
        <p:nvSpPr>
          <p:cNvPr id="2089654478" name="文本框 53"/>
          <p:cNvSpPr txBox="1"/>
          <p:nvPr/>
        </p:nvSpPr>
        <p:spPr bwMode="auto">
          <a:xfrm flipH="0" flipV="0">
            <a:off x="629330" y="443968"/>
            <a:ext cx="6027013" cy="579479"/>
          </a:xfrm>
          <a:prstGeom prst="rect">
            <a:avLst/>
          </a:prstGeom>
          <a:noFill/>
        </p:spPr>
        <p:txBody>
          <a:bodyPr wrap="square" rtlCol="0">
            <a:spAutoFit/>
          </a:bodyPr>
          <a:lstStyle/>
          <a:p>
            <a:pPr lvl="0">
              <a:defRPr/>
            </a:pPr>
            <a:r>
              <a:rPr lang="zh-CN" sz="3200" b="1">
                <a:solidFill>
                  <a:schemeClr val="accent1"/>
                </a:solidFill>
                <a:latin typeface="庞门正道标题体"/>
                <a:ea typeface="庞门正道标题体"/>
              </a:rPr>
              <a:t>Proposed Scheme</a:t>
            </a:r>
            <a:endParaRPr lang="zh-CN" sz="3200" b="1">
              <a:solidFill>
                <a:schemeClr val="accent1"/>
              </a:solidFill>
              <a:latin typeface="庞门正道标题体"/>
              <a:ea typeface="庞门正道标题体"/>
            </a:endParaRPr>
          </a:p>
        </p:txBody>
      </p:sp>
      <p:grpSp>
        <p:nvGrpSpPr>
          <p:cNvPr id="392481794" name="组合 3"/>
          <p:cNvGrpSpPr/>
          <p:nvPr/>
        </p:nvGrpSpPr>
        <p:grpSpPr bwMode="auto">
          <a:xfrm>
            <a:off x="-619606" y="-535731"/>
            <a:ext cx="1272087" cy="1272087"/>
            <a:chOff x="-619606" y="-535731"/>
            <a:chExt cx="1272087" cy="1272087"/>
          </a:xfrm>
        </p:grpSpPr>
        <p:sp>
          <p:nvSpPr>
            <p:cNvPr id="2" name="椭圆 1"/>
            <p:cNvSpPr/>
            <p:nvPr/>
          </p:nvSpPr>
          <p:spPr bwMode="auto">
            <a:xfrm>
              <a:off x="-619606" y="-535731"/>
              <a:ext cx="1272087" cy="12720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atin typeface="锐字真言体免费商用"/>
                <a:ea typeface="锐字真言体免费商用"/>
              </a:endParaRPr>
            </a:p>
          </p:txBody>
        </p:sp>
        <p:sp>
          <p:nvSpPr>
            <p:cNvPr id="3" name="文本框 2"/>
            <p:cNvSpPr txBox="1"/>
            <p:nvPr/>
          </p:nvSpPr>
          <p:spPr bwMode="auto">
            <a:xfrm>
              <a:off x="37707" y="188537"/>
              <a:ext cx="479618" cy="369332"/>
            </a:xfrm>
            <a:prstGeom prst="rect">
              <a:avLst/>
            </a:prstGeom>
            <a:noFill/>
          </p:spPr>
          <p:txBody>
            <a:bodyPr wrap="none" rtlCol="0">
              <a:spAutoFit/>
            </a:bodyPr>
            <a:lstStyle/>
            <a:p>
              <a:pPr>
                <a:defRPr/>
              </a:pPr>
              <a:r>
                <a:rPr lang="en-US">
                  <a:solidFill>
                    <a:schemeClr val="bg1"/>
                  </a:solidFill>
                  <a:latin typeface="锐字真言体免费商用"/>
                  <a:ea typeface="锐字真言体免费商用"/>
                </a:rPr>
                <a:t>05</a:t>
              </a:r>
              <a:endParaRPr lang="zh-CN">
                <a:solidFill>
                  <a:schemeClr val="bg1"/>
                </a:solidFill>
                <a:latin typeface="锐字真言体免费商用"/>
                <a:ea typeface="锐字真言体免费商用"/>
              </a:endParaRPr>
            </a:p>
          </p:txBody>
        </p:sp>
      </p:grpSp>
      <p:sp>
        <p:nvSpPr>
          <p:cNvPr id="1553572833" name="Rectangle 2"/>
          <p:cNvSpPr>
            <a:spLocks noChangeArrowheads="1"/>
          </p:cNvSpPr>
          <p:nvPr/>
        </p:nvSpPr>
        <p:spPr bwMode="auto">
          <a:xfrm>
            <a:off x="1917052" y="2237596"/>
            <a:ext cx="11690649" cy="45719"/>
          </a:xfrm>
          <a:prstGeom prst="rect">
            <a:avLst/>
          </a:prstGeom>
          <a:noFill/>
          <a:ln>
            <a:noFill/>
          </a:ln>
          <a:effectLst/>
        </p:spPr>
        <p:txBody>
          <a:bodyPr vert="horz" wrap="square" lIns="91440" tIns="45720" rIns="91440" bIns="45720" numCol="1" anchor="ctr" anchorCtr="0" compatLnSpc="1">
            <a:spAutoFit/>
          </a:bodyPr>
          <a:lstStyle/>
          <a:p>
            <a:pPr>
              <a:defRPr/>
            </a:pPr>
            <a:endParaRPr lang="zh-CN"/>
          </a:p>
        </p:txBody>
      </p:sp>
      <p:sp>
        <p:nvSpPr>
          <p:cNvPr id="1490429521" name="圆角矩形标注 5"/>
          <p:cNvSpPr/>
          <p:nvPr/>
        </p:nvSpPr>
        <p:spPr bwMode="auto">
          <a:xfrm>
            <a:off x="2665577" y="1754156"/>
            <a:ext cx="1078784" cy="606489"/>
          </a:xfrm>
          <a:prstGeom prst="wedgeRoundRectCallout">
            <a:avLst>
              <a:gd name="adj1" fmla="val -20833"/>
              <a:gd name="adj2" fmla="val 62500"/>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zh-CN"/>
              <a:t>Control, Power</a:t>
            </a:r>
            <a:endParaRPr lang="zh-CN"/>
          </a:p>
        </p:txBody>
      </p:sp>
      <p:sp>
        <p:nvSpPr>
          <p:cNvPr id="105759177" name="圆角矩形标注 9"/>
          <p:cNvSpPr/>
          <p:nvPr/>
        </p:nvSpPr>
        <p:spPr bwMode="auto">
          <a:xfrm>
            <a:off x="2472247" y="4986055"/>
            <a:ext cx="1929882" cy="808379"/>
          </a:xfrm>
          <a:prstGeom prst="wedgeRoundRectCallout">
            <a:avLst>
              <a:gd name="adj1" fmla="val -26508"/>
              <a:gd name="adj2" fmla="val -12279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t>Control</a:t>
            </a:r>
            <a:r>
              <a:rPr lang="en-US">
                <a:solidFill>
                  <a:schemeClr val="lt1"/>
                </a:solidFill>
              </a:rPr>
              <a:t>, </a:t>
            </a:r>
            <a:r>
              <a:rPr lang="en-US"/>
              <a:t>Power</a:t>
            </a:r>
            <a:endParaRPr lang="zh-CN"/>
          </a:p>
        </p:txBody>
      </p:sp>
      <p:sp>
        <p:nvSpPr>
          <p:cNvPr id="53107702" name="圆角矩形标注 10"/>
          <p:cNvSpPr/>
          <p:nvPr/>
        </p:nvSpPr>
        <p:spPr bwMode="auto">
          <a:xfrm>
            <a:off x="2795982" y="3490129"/>
            <a:ext cx="948416" cy="606489"/>
          </a:xfrm>
          <a:prstGeom prst="wedgeRoundRectCallout">
            <a:avLst>
              <a:gd name="adj1" fmla="val 20487"/>
              <a:gd name="adj2" fmla="val 76346"/>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solidFill>
                  <a:schemeClr val="lt1"/>
                </a:solidFill>
              </a:rPr>
              <a:t>Input</a:t>
            </a:r>
            <a:endParaRPr lang="en-US">
              <a:solidFill>
                <a:schemeClr val="lt1"/>
              </a:solidFill>
            </a:endParaRPr>
          </a:p>
        </p:txBody>
      </p:sp>
      <p:sp>
        <p:nvSpPr>
          <p:cNvPr id="1600696531" name="圆角矩形标注 11"/>
          <p:cNvSpPr/>
          <p:nvPr/>
        </p:nvSpPr>
        <p:spPr bwMode="auto">
          <a:xfrm>
            <a:off x="8177269" y="2360646"/>
            <a:ext cx="1850824" cy="606489"/>
          </a:xfrm>
          <a:prstGeom prst="wedgeRoundRectCallout">
            <a:avLst>
              <a:gd name="adj1" fmla="val 12024"/>
              <a:gd name="adj2" fmla="val 108654"/>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en-US"/>
              <a:t>Input digital signal</a:t>
            </a:r>
            <a:endParaRPr lang="zh-CN"/>
          </a:p>
        </p:txBody>
      </p:sp>
      <p:sp>
        <p:nvSpPr>
          <p:cNvPr id="1916653071" name="圆角矩形标注 12"/>
          <p:cNvSpPr/>
          <p:nvPr/>
        </p:nvSpPr>
        <p:spPr bwMode="auto">
          <a:xfrm>
            <a:off x="8022256" y="4177675"/>
            <a:ext cx="1929882" cy="808379"/>
          </a:xfrm>
          <a:prstGeom prst="wedgeRoundRectCallout">
            <a:avLst>
              <a:gd name="adj1" fmla="val -26508"/>
              <a:gd name="adj2" fmla="val -122797"/>
              <a:gd name="adj3" fmla="val 1666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a:t>Control, </a:t>
            </a:r>
            <a:r>
              <a:rPr lang="en-US"/>
              <a:t>Signal Processing</a:t>
            </a:r>
            <a:endParaRPr lang="en-US"/>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graphicFrame>
        <p:nvGraphicFramePr>
          <p:cNvPr id="1961057134" name="表格 5"/>
          <p:cNvGraphicFramePr>
            <a:graphicFrameLocks xmlns:a="http://schemas.openxmlformats.org/drawingml/2006/main"/>
          </p:cNvGraphicFramePr>
          <p:nvPr/>
        </p:nvGraphicFramePr>
        <p:xfrm rot="0">
          <a:off x="349884" y="1122680"/>
          <a:ext cx="11492865" cy="5601335"/>
        </p:xfrm>
        <a:graphic>
          <a:graphicData uri="http://schemas.openxmlformats.org/drawingml/2006/table">
            <a:tbl>
              <a:tblPr firstRow="0" firstCol="0" lastRow="0" lastCol="0" bandRow="0" bandCol="0"/>
              <a:tblGrid>
                <a:gridCol w="1879600"/>
                <a:gridCol w="3455670"/>
                <a:gridCol w="2424430"/>
                <a:gridCol w="3733165"/>
              </a:tblGrid>
              <a:tr h="615315">
                <a:tc>
                  <a:txBody>
                    <a:bodyPr/>
                    <a:p>
                      <a:pPr indent="0" algn="ctr">
                        <a:buNone/>
                        <a:defRPr/>
                      </a:pPr>
                      <a:r>
                        <a:rPr lang="zh-CN" sz="1800">
                          <a:solidFill>
                            <a:srgbClr val="FFFFFF"/>
                          </a:solidFill>
                        </a:rPr>
                        <a:t>Dimension</a:t>
                      </a:r>
                      <a:endParaRPr lang="zh-CN" sz="1800">
                        <a:solidFill>
                          <a:srgbClr val="FFFFFF"/>
                        </a:solidFill>
                      </a:endParaRPr>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solidFill>
                      <a:srgbClr val="1C4372"/>
                    </a:solidFill>
                  </a:tcPr>
                </a:tc>
                <a:tc>
                  <a:txBody>
                    <a:bodyPr/>
                    <a:p>
                      <a:pPr indent="0" algn="ctr">
                        <a:buNone/>
                        <a:defRPr/>
                      </a:pPr>
                      <a:r>
                        <a:rPr lang="zh-CN" sz="1800">
                          <a:solidFill>
                            <a:srgbClr val="FFFFFF"/>
                          </a:solidFill>
                        </a:rPr>
                        <a:t>Feasibility Description</a:t>
                      </a:r>
                      <a:endParaRPr lang="zh-CN" sz="1800">
                        <a:solidFill>
                          <a:srgbClr val="FFFFFF"/>
                        </a:solidFill>
                      </a:endParaRPr>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solidFill>
                      <a:srgbClr val="1C4372"/>
                    </a:solidFill>
                  </a:tcPr>
                </a:tc>
                <a:tc>
                  <a:txBody>
                    <a:bodyPr/>
                    <a:p>
                      <a:pPr indent="0" algn="ctr">
                        <a:buNone/>
                        <a:defRPr/>
                      </a:pPr>
                      <a:r>
                        <a:rPr lang="zh-CN" sz="1800">
                          <a:solidFill>
                            <a:srgbClr val="FFFFFF"/>
                          </a:solidFill>
                        </a:rPr>
                        <a:t>Current Risks</a:t>
                      </a:r>
                      <a:endParaRPr lang="zh-CN" sz="1800">
                        <a:solidFill>
                          <a:srgbClr val="FFFFFF"/>
                        </a:solidFill>
                      </a:endParaRPr>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solidFill>
                      <a:srgbClr val="1C4372"/>
                    </a:solidFill>
                  </a:tcPr>
                </a:tc>
                <a:tc>
                  <a:txBody>
                    <a:bodyPr/>
                    <a:p>
                      <a:pPr indent="0" algn="ctr">
                        <a:buNone/>
                        <a:defRPr/>
                      </a:pPr>
                      <a:r>
                        <a:rPr lang="zh-CN" sz="1800">
                          <a:solidFill>
                            <a:srgbClr val="FFFFFF"/>
                          </a:solidFill>
                        </a:rPr>
                        <a:t>Countermeasures</a:t>
                      </a:r>
                      <a:endParaRPr lang="zh-CN" sz="1800">
                        <a:solidFill>
                          <a:srgbClr val="FFFFFF"/>
                        </a:solidFill>
                      </a:endParaRPr>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solidFill>
                      <a:srgbClr val="1C4372"/>
                    </a:solidFill>
                  </a:tcPr>
                </a:tc>
              </a:tr>
              <a:tr h="1217295">
                <a:tc>
                  <a:txBody>
                    <a:bodyPr/>
                    <a:p>
                      <a:pPr indent="0" algn="ctr">
                        <a:buNone/>
                        <a:defRPr/>
                      </a:pPr>
                      <a:r>
                        <a:rPr lang="zh-CN" sz="1400"/>
                        <a:t>Visual Vibration Sensing</a:t>
                      </a:r>
                      <a:endParaRPr lang="zh-CN" sz="1400"/>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noFill/>
                  </a:tcPr>
                </a:tc>
                <a:tc>
                  <a:txBody>
                    <a:bodyPr/>
                    <a:p>
                      <a:pPr indent="0">
                        <a:buNone/>
                        <a:defRPr/>
                      </a:pPr>
                      <a:r>
                        <a:rPr lang="zh-CN" sz="1400"/>
                        <a:t>Corner tracking – displacement reconstruction – sliding-window Welch features” pipeline is in place, with a clear structure for structured-feature output</a:t>
                      </a:r>
                      <a:endParaRPr lang="zh-CN" sz="1400"/>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noFill/>
                  </a:tcPr>
                </a:tc>
                <a:tc>
                  <a:txBody>
                    <a:bodyPr/>
                    <a:p>
                      <a:pPr indent="0">
                        <a:buNone/>
                        <a:defRPr/>
                      </a:pPr>
                      <a:r>
                        <a:rPr lang="zh-CN" sz="1400"/>
                        <a:t>Significantly affected by lighting, texture, frame rate, and optical-flow drift</a:t>
                      </a:r>
                      <a:endParaRPr lang="zh-CN" sz="1400"/>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noFill/>
                  </a:tcPr>
                </a:tc>
                <a:tc>
                  <a:txBody>
                    <a:bodyPr/>
                    <a:p>
                      <a:pPr indent="0">
                        <a:buNone/>
                        <a:defRPr/>
                      </a:pPr>
                      <a:r>
                        <a:rPr lang="zh-CN" sz="1400"/>
                        <a:t>Select a stable ROI with sufficient texture and lighting; record the true sampling rate; use multi-point statistics and windowed analysis to suppress anomalies</a:t>
                      </a:r>
                      <a:endParaRPr lang="zh-CN" sz="1400"/>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noFill/>
                  </a:tcPr>
                </a:tc>
              </a:tr>
              <a:tr h="941705">
                <a:tc>
                  <a:txBody>
                    <a:bodyPr/>
                    <a:p>
                      <a:pPr indent="0" algn="ctr">
                        <a:buNone/>
                        <a:defRPr/>
                      </a:pPr>
                      <a:r>
                        <a:rPr lang="zh-CN" sz="1400"/>
                        <a:t>Fusion Recognition</a:t>
                      </a:r>
                      <a:endParaRPr lang="zh-CN" sz="1400"/>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noFill/>
                  </a:tcPr>
                </a:tc>
                <a:tc>
                  <a:txBody>
                    <a:bodyPr/>
                    <a:p>
                      <a:pPr indent="0">
                        <a:buNone/>
                        <a:defRPr/>
                      </a:pPr>
                      <a:r>
                        <a:rPr lang="zh-CN" sz="1400"/>
                        <a:t>Feature engineering + classical machine learning is well-suited for a small-sample course project</a:t>
                      </a:r>
                      <a:endParaRPr lang="zh-CN" sz="1400"/>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noFill/>
                  </a:tcPr>
                </a:tc>
                <a:tc>
                  <a:txBody>
                    <a:bodyPr/>
                    <a:p>
                      <a:pPr indent="0">
                        <a:buNone/>
                        <a:defRPr/>
                      </a:pPr>
                      <a:r>
                        <a:rPr lang="zh-CN" sz="1400"/>
                        <a:t>Dual-modal synchronization and label management are complex</a:t>
                      </a:r>
                      <a:endParaRPr lang="zh-CN" sz="1400"/>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noFill/>
                  </a:tcPr>
                </a:tc>
                <a:tc>
                  <a:txBody>
                    <a:bodyPr/>
                    <a:p>
                      <a:pPr indent="0">
                        <a:buNone/>
                        <a:defRPr/>
                      </a:pPr>
                      <a:r>
                        <a:rPr lang="zh-CN" sz="1400"/>
                        <a:t>Adopt a unified time window and sample-ID management</a:t>
                      </a:r>
                      <a:endParaRPr lang="zh-CN" sz="1400"/>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noFill/>
                  </a:tcPr>
                </a:tc>
              </a:tr>
              <a:tr h="942975">
                <a:tc>
                  <a:txBody>
                    <a:bodyPr/>
                    <a:p>
                      <a:pPr indent="0" algn="ctr">
                        <a:buNone/>
                        <a:defRPr/>
                      </a:pPr>
                      <a:r>
                        <a:rPr lang="zh-CN" sz="1400"/>
                        <a:t>Incremental Update</a:t>
                      </a:r>
                      <a:endParaRPr lang="zh-CN" sz="1400"/>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noFill/>
                  </a:tcPr>
                </a:tc>
                <a:tc>
                  <a:txBody>
                    <a:bodyPr/>
                    <a:p>
                      <a:pPr indent="0">
                        <a:buNone/>
                        <a:defRPr/>
                      </a:pPr>
                      <a:r>
                        <a:rPr lang="zh-CN" sz="1400"/>
                        <a:t>Low implementation barrier for prototype updates and lightweight online learning</a:t>
                      </a:r>
                      <a:endParaRPr lang="zh-CN" sz="1400"/>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noFill/>
                  </a:tcPr>
                </a:tc>
                <a:tc>
                  <a:txBody>
                    <a:bodyPr/>
                    <a:p>
                      <a:pPr indent="0">
                        <a:buNone/>
                        <a:defRPr/>
                      </a:pPr>
                      <a:r>
                        <a:rPr lang="zh-CN" sz="1400"/>
                        <a:t>Instability when samples for new operating conditions are too few</a:t>
                      </a:r>
                      <a:endParaRPr lang="zh-CN" sz="1400"/>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noFill/>
                  </a:tcPr>
                </a:tc>
                <a:tc>
                  <a:txBody>
                    <a:bodyPr/>
                    <a:p>
                      <a:pPr indent="0">
                        <a:buNone/>
                        <a:defRPr/>
                      </a:pPr>
                      <a:r>
                        <a:rPr lang="zh-CN" sz="1400"/>
                        <a:t>Start with demo-level validation, then restrict the range of operating conditions</a:t>
                      </a:r>
                      <a:endParaRPr lang="zh-CN" sz="1400"/>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noFill/>
                  </a:tcPr>
                </a:tc>
              </a:tr>
              <a:tr h="941705">
                <a:tc>
                  <a:txBody>
                    <a:bodyPr/>
                    <a:p>
                      <a:pPr indent="0" algn="ctr">
                        <a:buNone/>
                        <a:defRPr/>
                      </a:pPr>
                      <a:r>
                        <a:rPr lang="zh-CN" sz="1400"/>
                        <a:t>Resources</a:t>
                      </a:r>
                      <a:endParaRPr lang="zh-CN" sz="1400"/>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noFill/>
                  </a:tcPr>
                </a:tc>
                <a:tc>
                  <a:txBody>
                    <a:bodyPr/>
                    <a:p>
                      <a:pPr indent="0">
                        <a:buNone/>
                        <a:defRPr/>
                      </a:pPr>
                      <a:r>
                        <a:rPr lang="zh-CN" sz="1400"/>
                        <a:t>Mechanical test rig, 3-axis accelerometer, global-shutter camera, STM32, Orange Pi / host PC, and standard dev environment.</a:t>
                      </a:r>
                      <a:endParaRPr lang="zh-CN" sz="1400"/>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noFill/>
                  </a:tcPr>
                </a:tc>
                <a:tc>
                  <a:txBody>
                    <a:bodyPr/>
                    <a:p>
                      <a:pPr indent="0">
                        <a:buNone/>
                        <a:defRPr/>
                      </a:pPr>
                      <a:r>
                        <a:rPr lang="zh-CN" sz="1400"/>
                        <a:t>Low</a:t>
                      </a:r>
                      <a:endParaRPr lang="zh-CN" sz="1400"/>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noFill/>
                  </a:tcPr>
                </a:tc>
                <a:tc>
                  <a:txBody>
                    <a:bodyPr/>
                    <a:p>
                      <a:pPr indent="0">
                        <a:buNone/>
                        <a:defRPr/>
                      </a:pPr>
                      <a:r>
                        <a:rPr lang="zh-CN" sz="1400"/>
                        <a:t>Use mature hardware and open-source algorithm libraries</a:t>
                      </a:r>
                      <a:endParaRPr lang="zh-CN" sz="1400"/>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noFill/>
                  </a:tcPr>
                </a:tc>
              </a:tr>
              <a:tr h="942340">
                <a:tc>
                  <a:txBody>
                    <a:bodyPr/>
                    <a:p>
                      <a:pPr indent="0" algn="ctr">
                        <a:buNone/>
                        <a:defRPr/>
                      </a:pPr>
                      <a:r>
                        <a:rPr lang="zh-CN" sz="1400"/>
                        <a:t>Timeline</a:t>
                      </a:r>
                      <a:endParaRPr lang="zh-CN" sz="1400"/>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noFill/>
                  </a:tcPr>
                </a:tc>
                <a:tc>
                  <a:txBody>
                    <a:bodyPr/>
                    <a:p>
                      <a:pPr indent="0">
                        <a:buNone/>
                        <a:defRPr/>
                      </a:pPr>
                      <a:r>
                        <a:rPr lang="en-US" sz="1400">
                          <a:solidFill>
                            <a:schemeClr val="tx1"/>
                          </a:solidFill>
                        </a:rPr>
                        <a:t>Web, hardware, and algorithm developed in parallel; prototype + staged validation</a:t>
                      </a:r>
                      <a:endParaRPr lang="zh-CN" sz="1400">
                        <a:solidFill>
                          <a:schemeClr val="tx1"/>
                        </a:solidFill>
                      </a:endParaRPr>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noFill/>
                  </a:tcPr>
                </a:tc>
                <a:tc>
                  <a:txBody>
                    <a:bodyPr/>
                    <a:p>
                      <a:pPr indent="0">
                        <a:buNone/>
                        <a:defRPr/>
                      </a:pPr>
                      <a:r>
                        <a:rPr lang="zh-CN" sz="1400"/>
                        <a:t>Complex models may lead to long implementation and training times</a:t>
                      </a:r>
                      <a:endParaRPr lang="zh-CN" sz="1400"/>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noFill/>
                  </a:tcPr>
                </a:tc>
                <a:tc>
                  <a:txBody>
                    <a:bodyPr/>
                    <a:p>
                      <a:pPr indent="0">
                        <a:buNone/>
                        <a:defRPr/>
                      </a:pPr>
                      <a:r>
                        <a:rPr lang="zh-CN" sz="1400"/>
                        <a:t>Use interpretable, low-cost classical ML with a lightweight incremental-learning scheme</a:t>
                      </a:r>
                      <a:endParaRPr lang="zh-CN" sz="1400"/>
                    </a:p>
                  </a:txBody>
                  <a:tcPr marL="101600" marR="101600" marT="45000" marB="45000" vert="horz" anchor="t">
                    <a:lnL w="38100" algn="ctr">
                      <a:solidFill>
                        <a:srgbClr val="DEE0E3"/>
                      </a:solidFill>
                    </a:lnL>
                    <a:lnR w="38100" algn="ctr">
                      <a:solidFill>
                        <a:srgbClr val="DEE0E3"/>
                      </a:solidFill>
                    </a:lnR>
                    <a:lnT w="38100" algn="ctr">
                      <a:solidFill>
                        <a:srgbClr val="DEE0E3"/>
                      </a:solidFill>
                    </a:lnT>
                    <a:lnB w="38100" algn="ctr">
                      <a:solidFill>
                        <a:srgbClr val="DEE0E3"/>
                      </a:solidFill>
                    </a:lnB>
                    <a:noFill/>
                  </a:tcPr>
                </a:tc>
              </a:tr>
            </a:tbl>
          </a:graphicData>
        </a:graphic>
      </p:graphicFrame>
      <p:sp>
        <p:nvSpPr>
          <p:cNvPr id="1221622939" name="文本框 6"/>
          <p:cNvSpPr txBox="1"/>
          <p:nvPr/>
        </p:nvSpPr>
        <p:spPr bwMode="auto">
          <a:xfrm>
            <a:off x="629331" y="443969"/>
            <a:ext cx="9341146" cy="583565"/>
          </a:xfrm>
          <a:prstGeom prst="rect">
            <a:avLst/>
          </a:prstGeom>
          <a:noFill/>
        </p:spPr>
        <p:txBody>
          <a:bodyPr wrap="square" rtlCol="0">
            <a:spAutoFit/>
          </a:bodyPr>
          <a:lstStyle/>
          <a:p>
            <a:pPr>
              <a:defRPr/>
            </a:pPr>
            <a:r>
              <a:rPr lang="zh-CN" sz="3200" b="1">
                <a:solidFill>
                  <a:schemeClr val="accent1"/>
                </a:solidFill>
                <a:latin typeface="庞门正道标题体"/>
                <a:ea typeface="庞门正道标题体"/>
              </a:rPr>
              <a:t>Feasibility Analysis</a:t>
            </a:r>
            <a:endParaRPr lang="zh-CN" sz="3200" b="1">
              <a:solidFill>
                <a:schemeClr val="accent1"/>
              </a:solidFill>
              <a:latin typeface="庞门正道标题体"/>
              <a:ea typeface="庞门正道标题体"/>
            </a:endParaRPr>
          </a:p>
        </p:txBody>
      </p:sp>
      <p:grpSp>
        <p:nvGrpSpPr>
          <p:cNvPr id="675314197" name="组合 22"/>
          <p:cNvGrpSpPr/>
          <p:nvPr/>
        </p:nvGrpSpPr>
        <p:grpSpPr bwMode="auto">
          <a:xfrm>
            <a:off x="-609446" y="-534461"/>
            <a:ext cx="1272087" cy="1272087"/>
            <a:chOff x="-619606" y="-535731"/>
            <a:chExt cx="1272087" cy="1272087"/>
          </a:xfrm>
        </p:grpSpPr>
        <p:sp>
          <p:nvSpPr>
            <p:cNvPr id="24" name="椭圆 23"/>
            <p:cNvSpPr/>
            <p:nvPr/>
          </p:nvSpPr>
          <p:spPr bwMode="auto">
            <a:xfrm>
              <a:off x="-619606" y="-535731"/>
              <a:ext cx="1272087" cy="12720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atin typeface="锐字真言体免费商用"/>
                <a:ea typeface="锐字真言体免费商用"/>
              </a:endParaRPr>
            </a:p>
          </p:txBody>
        </p:sp>
        <p:sp>
          <p:nvSpPr>
            <p:cNvPr id="25" name="文本框 24"/>
            <p:cNvSpPr txBox="1"/>
            <p:nvPr/>
          </p:nvSpPr>
          <p:spPr bwMode="auto">
            <a:xfrm>
              <a:off x="37707" y="188537"/>
              <a:ext cx="479618" cy="369332"/>
            </a:xfrm>
            <a:prstGeom prst="rect">
              <a:avLst/>
            </a:prstGeom>
            <a:noFill/>
          </p:spPr>
          <p:txBody>
            <a:bodyPr wrap="none" rtlCol="0">
              <a:spAutoFit/>
            </a:bodyPr>
            <a:lstStyle/>
            <a:p>
              <a:pPr>
                <a:defRPr/>
              </a:pPr>
              <a:r>
                <a:rPr lang="en-US">
                  <a:solidFill>
                    <a:schemeClr val="bg1"/>
                  </a:solidFill>
                  <a:latin typeface="锐字真言体免费商用"/>
                  <a:ea typeface="锐字真言体免费商用"/>
                </a:rPr>
                <a:t>06</a:t>
              </a:r>
              <a:endParaRPr lang="zh-CN">
                <a:solidFill>
                  <a:schemeClr val="bg1"/>
                </a:solidFill>
                <a:latin typeface="锐字真言体免费商用"/>
                <a:ea typeface="锐字真言体免费商用"/>
              </a:endParaRPr>
            </a:p>
          </p:txBody>
        </p:sp>
      </p:gr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p14:dur="500" advClick="1"/>
    </mc:Choice>
    <mc:Fallback>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064407684" name="文本框 6"/>
          <p:cNvSpPr txBox="1"/>
          <p:nvPr/>
        </p:nvSpPr>
        <p:spPr bwMode="auto">
          <a:xfrm>
            <a:off x="629331" y="443969"/>
            <a:ext cx="9341146" cy="583565"/>
          </a:xfrm>
          <a:prstGeom prst="rect">
            <a:avLst/>
          </a:prstGeom>
          <a:noFill/>
        </p:spPr>
        <p:txBody>
          <a:bodyPr wrap="square" rtlCol="0">
            <a:spAutoFit/>
          </a:bodyPr>
          <a:lstStyle/>
          <a:p>
            <a:pPr>
              <a:defRPr/>
            </a:pPr>
            <a:r>
              <a:rPr lang="zh-CN" sz="3200" b="1">
                <a:solidFill>
                  <a:schemeClr val="accent1"/>
                </a:solidFill>
                <a:latin typeface="庞门正道标题体"/>
                <a:ea typeface="庞门正道标题体"/>
              </a:rPr>
              <a:t>Personnel Division</a:t>
            </a:r>
            <a:endParaRPr lang="zh-CN" sz="3200" b="1">
              <a:solidFill>
                <a:schemeClr val="accent1"/>
              </a:solidFill>
              <a:latin typeface="庞门正道标题体"/>
              <a:ea typeface="庞门正道标题体"/>
            </a:endParaRPr>
          </a:p>
        </p:txBody>
      </p:sp>
      <p:grpSp>
        <p:nvGrpSpPr>
          <p:cNvPr id="1306027678" name="组合 22"/>
          <p:cNvGrpSpPr/>
          <p:nvPr/>
        </p:nvGrpSpPr>
        <p:grpSpPr bwMode="auto">
          <a:xfrm>
            <a:off x="-619606" y="-535731"/>
            <a:ext cx="1272087" cy="1272087"/>
            <a:chOff x="-619606" y="-535731"/>
            <a:chExt cx="1272087" cy="1272087"/>
          </a:xfrm>
        </p:grpSpPr>
        <p:sp>
          <p:nvSpPr>
            <p:cNvPr id="24" name="椭圆 23"/>
            <p:cNvSpPr/>
            <p:nvPr/>
          </p:nvSpPr>
          <p:spPr bwMode="auto">
            <a:xfrm>
              <a:off x="-619606" y="-535731"/>
              <a:ext cx="1272087" cy="12720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atin typeface="锐字真言体免费商用"/>
                <a:ea typeface="锐字真言体免费商用"/>
              </a:endParaRPr>
            </a:p>
          </p:txBody>
        </p:sp>
        <p:sp>
          <p:nvSpPr>
            <p:cNvPr id="25" name="文本框 24"/>
            <p:cNvSpPr txBox="1"/>
            <p:nvPr/>
          </p:nvSpPr>
          <p:spPr bwMode="auto">
            <a:xfrm>
              <a:off x="37707" y="188537"/>
              <a:ext cx="479618" cy="369332"/>
            </a:xfrm>
            <a:prstGeom prst="rect">
              <a:avLst/>
            </a:prstGeom>
            <a:noFill/>
          </p:spPr>
          <p:txBody>
            <a:bodyPr wrap="none" rtlCol="0">
              <a:spAutoFit/>
            </a:bodyPr>
            <a:lstStyle/>
            <a:p>
              <a:pPr>
                <a:defRPr/>
              </a:pPr>
              <a:r>
                <a:rPr lang="en-US">
                  <a:solidFill>
                    <a:schemeClr val="bg1"/>
                  </a:solidFill>
                  <a:latin typeface="锐字真言体免费商用"/>
                  <a:ea typeface="锐字真言体免费商用"/>
                </a:rPr>
                <a:t>07</a:t>
              </a:r>
              <a:endParaRPr lang="zh-CN">
                <a:solidFill>
                  <a:schemeClr val="bg1"/>
                </a:solidFill>
                <a:latin typeface="锐字真言体免费商用"/>
                <a:ea typeface="锐字真言体免费商用"/>
              </a:endParaRPr>
            </a:p>
          </p:txBody>
        </p:sp>
      </p:grpSp>
      <p:graphicFrame>
        <p:nvGraphicFramePr>
          <p:cNvPr id="637196888" name="表格 2"/>
          <p:cNvGraphicFramePr>
            <a:graphicFrameLocks xmlns:a="http://schemas.openxmlformats.org/drawingml/2006/main"/>
          </p:cNvGraphicFramePr>
          <p:nvPr/>
        </p:nvGraphicFramePr>
        <p:xfrm rot="0">
          <a:off x="1111247" y="1248952"/>
          <a:ext cx="10096500" cy="4643120"/>
        </p:xfrm>
        <a:graphic>
          <a:graphicData uri="http://schemas.openxmlformats.org/drawingml/2006/table">
            <a:tbl>
              <a:tblPr firstRow="1" firstCol="0" lastRow="0" lastCol="0" bandRow="1" bandCol="0">
                <a:tableStyleId>{5940675A-B579-460E-94D1-54222C63F5DA}</a:tableStyleId>
              </a:tblPr>
              <a:tblGrid>
                <a:gridCol w="5048250"/>
                <a:gridCol w="5048250"/>
              </a:tblGrid>
              <a:tr h="538480">
                <a:tc>
                  <a:txBody>
                    <a:bodyPr/>
                    <a:p>
                      <a:pPr indent="0" algn="ctr">
                        <a:buNone/>
                        <a:defRPr/>
                      </a:pPr>
                      <a:r>
                        <a:rPr lang="zh-CN" sz="2200">
                          <a:solidFill>
                            <a:srgbClr val="FFFFFF"/>
                          </a:solidFill>
                        </a:rPr>
                        <a:t>Name</a:t>
                      </a:r>
                      <a:endParaRPr lang="zh-CN" sz="2200">
                        <a:solidFill>
                          <a:srgbClr val="FFFFFF"/>
                        </a:solidFill>
                      </a:endParaRPr>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solidFill>
                      <a:srgbClr val="1C4372"/>
                    </a:solidFill>
                  </a:tcPr>
                </a:tc>
                <a:tc>
                  <a:txBody>
                    <a:bodyPr/>
                    <a:p>
                      <a:pPr indent="0" algn="ctr">
                        <a:buNone/>
                        <a:defRPr/>
                      </a:pPr>
                      <a:r>
                        <a:rPr lang="zh-CN" sz="2200">
                          <a:solidFill>
                            <a:srgbClr val="FFFFFF"/>
                          </a:solidFill>
                        </a:rPr>
                        <a:t>Task Assignment</a:t>
                      </a:r>
                      <a:endParaRPr lang="zh-CN" sz="2200">
                        <a:solidFill>
                          <a:srgbClr val="FFFFFF"/>
                        </a:solidFill>
                      </a:endParaRPr>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solidFill>
                      <a:srgbClr val="1C4372"/>
                    </a:solidFill>
                  </a:tcPr>
                </a:tc>
              </a:tr>
              <a:tr h="538480">
                <a:tc>
                  <a:txBody>
                    <a:bodyPr/>
                    <a:p>
                      <a:pPr indent="0" algn="ctr">
                        <a:buNone/>
                        <a:defRPr/>
                      </a:pPr>
                      <a:r>
                        <a:rPr lang="zh-CN" sz="2200"/>
                        <a:t>YANG Xuanzhi</a:t>
                      </a:r>
                      <a:endParaRPr lang="zh-CN" sz="220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c>
                  <a:txBody>
                    <a:bodyPr/>
                    <a:p>
                      <a:pPr indent="0" algn="ctr">
                        <a:buNone/>
                        <a:defRPr/>
                      </a:pPr>
                      <a:r>
                        <a:rPr lang="zh-CN" sz="2200"/>
                        <a:t>Model training</a:t>
                      </a:r>
                      <a:endParaRPr lang="zh-CN" sz="220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r>
              <a:tr h="538480">
                <a:tc>
                  <a:txBody>
                    <a:bodyPr/>
                    <a:p>
                      <a:pPr indent="0" algn="ctr">
                        <a:buNone/>
                        <a:defRPr/>
                      </a:pPr>
                      <a:r>
                        <a:rPr sz="2200"/>
                        <a:t>GAN Yunxuan</a:t>
                      </a:r>
                      <a:endParaRPr sz="220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c>
                  <a:txBody>
                    <a:bodyPr/>
                    <a:p>
                      <a:pPr indent="0" algn="ctr">
                        <a:buNone/>
                        <a:defRPr/>
                      </a:pPr>
                      <a:r>
                        <a:rPr lang="zh-CN" sz="2200"/>
                        <a:t>Hardware</a:t>
                      </a:r>
                      <a:endParaRPr lang="zh-CN" sz="220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r>
              <a:tr h="873760">
                <a:tc>
                  <a:txBody>
                    <a:bodyPr/>
                    <a:p>
                      <a:pPr indent="0" algn="ctr">
                        <a:buNone/>
                        <a:defRPr/>
                      </a:pPr>
                      <a:r>
                        <a:rPr lang="zh-CN" sz="2200"/>
                        <a:t>YE Bingli</a:t>
                      </a:r>
                      <a:endParaRPr lang="zh-CN" sz="220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c>
                  <a:txBody>
                    <a:bodyPr/>
                    <a:p>
                      <a:pPr indent="0" algn="ctr">
                        <a:buNone/>
                        <a:defRPr/>
                      </a:pPr>
                      <a:r>
                        <a:rPr lang="zh-CN" sz="2200"/>
                        <a:t>Connecting with teachers, back-end driver, camera data collection</a:t>
                      </a:r>
                      <a:endParaRPr lang="zh-CN" sz="220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r>
              <a:tr h="538480">
                <a:tc>
                  <a:txBody>
                    <a:bodyPr/>
                    <a:p>
                      <a:pPr indent="0" algn="ctr">
                        <a:buNone/>
                        <a:defRPr/>
                      </a:pPr>
                      <a:r>
                        <a:rPr lang="zh-CN" sz="2200"/>
                        <a:t>HE Xinhao</a:t>
                      </a:r>
                      <a:endParaRPr lang="zh-CN" sz="220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c>
                  <a:txBody>
                    <a:bodyPr/>
                    <a:p>
                      <a:pPr indent="0" algn="ctr">
                        <a:buNone/>
                        <a:defRPr/>
                      </a:pPr>
                      <a:r>
                        <a:rPr lang="en-US" sz="2200"/>
                        <a:t>Web f</a:t>
                      </a:r>
                      <a:r>
                        <a:rPr lang="zh-CN" sz="2200"/>
                        <a:t>rontend and backend</a:t>
                      </a:r>
                      <a:endParaRPr lang="zh-CN" sz="220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r>
              <a:tr h="538480">
                <a:tc>
                  <a:txBody>
                    <a:bodyPr/>
                    <a:p>
                      <a:pPr indent="0" algn="ctr">
                        <a:buNone/>
                        <a:defRPr/>
                      </a:pPr>
                      <a:r>
                        <a:rPr lang="zh-CN" sz="2200"/>
                        <a:t>YANG Zhe</a:t>
                      </a:r>
                      <a:endParaRPr lang="zh-CN" sz="220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c>
                  <a:txBody>
                    <a:bodyPr/>
                    <a:p>
                      <a:pPr indent="0" algn="ctr">
                        <a:buNone/>
                        <a:defRPr/>
                      </a:pPr>
                      <a:r>
                        <a:rPr lang="zh-CN" sz="2200"/>
                        <a:t>Hardware</a:t>
                      </a:r>
                      <a:endParaRPr lang="zh-CN" sz="220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r>
              <a:tr h="538480">
                <a:tc>
                  <a:txBody>
                    <a:bodyPr/>
                    <a:p>
                      <a:pPr indent="0" algn="ctr">
                        <a:buNone/>
                        <a:defRPr/>
                      </a:pPr>
                      <a:r>
                        <a:rPr lang="zh-CN" sz="2200"/>
                        <a:t>ZHANG Zhanshuo</a:t>
                      </a:r>
                      <a:endParaRPr lang="zh-CN" sz="220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c>
                  <a:txBody>
                    <a:bodyPr/>
                    <a:p>
                      <a:pPr indent="0" algn="ctr">
                        <a:buNone/>
                        <a:defRPr/>
                      </a:pPr>
                      <a:r>
                        <a:rPr lang="zh-CN" sz="2200"/>
                        <a:t>Visual data processing</a:t>
                      </a:r>
                      <a:endParaRPr lang="zh-CN" sz="220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r>
              <a:tr h="538480">
                <a:tc>
                  <a:txBody>
                    <a:bodyPr/>
                    <a:p>
                      <a:pPr indent="0" algn="ctr">
                        <a:buNone/>
                        <a:defRPr/>
                      </a:pPr>
                      <a:r>
                        <a:rPr lang="zh-CN" sz="2200"/>
                        <a:t>ZHANG Jiaxin</a:t>
                      </a:r>
                      <a:endParaRPr lang="zh-CN" sz="220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c>
                  <a:txBody>
                    <a:bodyPr/>
                    <a:p>
                      <a:pPr indent="0" algn="ctr">
                        <a:buNone/>
                        <a:defRPr/>
                      </a:pPr>
                      <a:r>
                        <a:rPr lang="zh-CN" sz="2200"/>
                        <a:t>Document writing and testing</a:t>
                      </a:r>
                      <a:endParaRPr lang="zh-CN" sz="2200"/>
                    </a:p>
                  </a:txBody>
                  <a:tcPr marL="101600" marR="101600" marT="101600" marB="101600" vert="horz" anchor="t">
                    <a:lnL w="28575" algn="ctr">
                      <a:solidFill>
                        <a:srgbClr val="DEE0E3">
                          <a:alpha val="100000"/>
                        </a:srgbClr>
                      </a:solidFill>
                    </a:lnL>
                    <a:lnR w="28575" algn="ctr">
                      <a:solidFill>
                        <a:srgbClr val="DEE0E3">
                          <a:alpha val="100000"/>
                        </a:srgbClr>
                      </a:solidFill>
                    </a:lnR>
                    <a:lnT w="28575" algn="ctr">
                      <a:solidFill>
                        <a:srgbClr val="DEE0E3">
                          <a:alpha val="100000"/>
                        </a:srgbClr>
                      </a:solidFill>
                    </a:lnT>
                    <a:lnB w="28575" algn="ctr">
                      <a:solidFill>
                        <a:srgbClr val="DEE0E3">
                          <a:alpha val="100000"/>
                        </a:srgbClr>
                      </a:solidFill>
                    </a:lnB>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417611797" name="文本框 6"/>
          <p:cNvSpPr txBox="1"/>
          <p:nvPr/>
        </p:nvSpPr>
        <p:spPr bwMode="auto">
          <a:xfrm>
            <a:off x="629331" y="443969"/>
            <a:ext cx="9341146" cy="583565"/>
          </a:xfrm>
          <a:prstGeom prst="rect">
            <a:avLst/>
          </a:prstGeom>
          <a:noFill/>
        </p:spPr>
        <p:txBody>
          <a:bodyPr wrap="square" rtlCol="0">
            <a:spAutoFit/>
          </a:bodyPr>
          <a:lstStyle/>
          <a:p>
            <a:pPr>
              <a:defRPr/>
            </a:pPr>
            <a:r>
              <a:rPr lang="zh-CN" sz="3200" b="1">
                <a:solidFill>
                  <a:schemeClr val="accent1"/>
                </a:solidFill>
                <a:latin typeface="庞门正道标题体"/>
                <a:ea typeface="庞门正道标题体"/>
              </a:rPr>
              <a:t>Budget</a:t>
            </a:r>
            <a:endParaRPr lang="zh-CN" sz="3200" b="1">
              <a:solidFill>
                <a:schemeClr val="accent1"/>
              </a:solidFill>
              <a:latin typeface="庞门正道标题体"/>
              <a:ea typeface="庞门正道标题体"/>
            </a:endParaRPr>
          </a:p>
        </p:txBody>
      </p:sp>
      <p:grpSp>
        <p:nvGrpSpPr>
          <p:cNvPr id="380375509" name="组合 22"/>
          <p:cNvGrpSpPr/>
          <p:nvPr/>
        </p:nvGrpSpPr>
        <p:grpSpPr bwMode="auto">
          <a:xfrm>
            <a:off x="-619606" y="-535731"/>
            <a:ext cx="1272087" cy="1272087"/>
            <a:chOff x="-619606" y="-535731"/>
            <a:chExt cx="1272087" cy="1272087"/>
          </a:xfrm>
        </p:grpSpPr>
        <p:sp>
          <p:nvSpPr>
            <p:cNvPr id="24" name="椭圆 23"/>
            <p:cNvSpPr/>
            <p:nvPr/>
          </p:nvSpPr>
          <p:spPr bwMode="auto">
            <a:xfrm>
              <a:off x="-619606" y="-535731"/>
              <a:ext cx="1272087" cy="127208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latin typeface="锐字真言体免费商用"/>
                <a:ea typeface="锐字真言体免费商用"/>
              </a:endParaRPr>
            </a:p>
          </p:txBody>
        </p:sp>
        <p:sp>
          <p:nvSpPr>
            <p:cNvPr id="25" name="文本框 24"/>
            <p:cNvSpPr txBox="1"/>
            <p:nvPr/>
          </p:nvSpPr>
          <p:spPr bwMode="auto">
            <a:xfrm>
              <a:off x="37707" y="188537"/>
              <a:ext cx="479618" cy="369332"/>
            </a:xfrm>
            <a:prstGeom prst="rect">
              <a:avLst/>
            </a:prstGeom>
            <a:noFill/>
          </p:spPr>
          <p:txBody>
            <a:bodyPr wrap="none" rtlCol="0">
              <a:spAutoFit/>
            </a:bodyPr>
            <a:lstStyle/>
            <a:p>
              <a:pPr>
                <a:defRPr/>
              </a:pPr>
              <a:r>
                <a:rPr lang="en-US">
                  <a:solidFill>
                    <a:schemeClr val="bg1"/>
                  </a:solidFill>
                  <a:latin typeface="锐字真言体免费商用"/>
                  <a:ea typeface="锐字真言体免费商用"/>
                </a:rPr>
                <a:t>08</a:t>
              </a:r>
              <a:endParaRPr lang="zh-CN">
                <a:solidFill>
                  <a:schemeClr val="bg1"/>
                </a:solidFill>
                <a:latin typeface="锐字真言体免费商用"/>
                <a:ea typeface="锐字真言体免费商用"/>
              </a:endParaRPr>
            </a:p>
          </p:txBody>
        </p:sp>
      </p:grpSp>
      <p:graphicFrame>
        <p:nvGraphicFramePr>
          <p:cNvPr id="951047693" name="表格 7"/>
          <p:cNvGraphicFramePr>
            <a:graphicFrameLocks xmlns:a="http://schemas.openxmlformats.org/drawingml/2006/main"/>
          </p:cNvGraphicFramePr>
          <p:nvPr/>
        </p:nvGraphicFramePr>
        <p:xfrm rot="0">
          <a:off x="475247" y="1091576"/>
          <a:ext cx="11241405" cy="5246370"/>
        </p:xfrm>
        <a:graphic>
          <a:graphicData uri="http://schemas.openxmlformats.org/drawingml/2006/table">
            <a:tbl>
              <a:tblPr firstRow="0" firstCol="0" lastRow="0" lastCol="0" bandRow="0" bandCol="0"/>
              <a:tblGrid>
                <a:gridCol w="1560123"/>
                <a:gridCol w="6102228"/>
                <a:gridCol w="1964248"/>
                <a:gridCol w="1614805"/>
              </a:tblGrid>
              <a:tr h="327660">
                <a:tc>
                  <a:txBody>
                    <a:bodyPr/>
                    <a:p>
                      <a:pPr indent="0" algn="ctr">
                        <a:buNone/>
                        <a:defRPr/>
                      </a:pPr>
                      <a:r>
                        <a:rPr lang="en-US" sz="2000" b="0">
                          <a:solidFill>
                            <a:srgbClr val="FFFFFF"/>
                          </a:solidFill>
                          <a:latin typeface="宋体"/>
                          <a:ea typeface="宋体"/>
                          <a:cs typeface="宋体"/>
                        </a:rPr>
                        <a:t>No.</a:t>
                      </a:r>
                      <a:endParaRPr lang="en-US" sz="2000" b="0">
                        <a:solidFill>
                          <a:srgbClr val="FFFFFF"/>
                        </a:solidFill>
                        <a:latin typeface="宋体"/>
                        <a:ea typeface="宋体"/>
                        <a:cs typeface="宋体"/>
                      </a:endParaRPr>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solidFill>
                      <a:srgbClr val="002060">
                        <a:alpha val="100000"/>
                      </a:srgbClr>
                    </a:solidFill>
                  </a:tcPr>
                </a:tc>
                <a:tc>
                  <a:txBody>
                    <a:bodyPr/>
                    <a:p>
                      <a:pPr indent="0" algn="ctr">
                        <a:buNone/>
                        <a:defRPr/>
                      </a:pPr>
                      <a:r>
                        <a:rPr lang="en-US" sz="2000" b="0">
                          <a:solidFill>
                            <a:srgbClr val="FFFFFF"/>
                          </a:solidFill>
                          <a:latin typeface="宋体"/>
                          <a:ea typeface="宋体"/>
                          <a:cs typeface="宋体"/>
                        </a:rPr>
                        <a:t>Name</a:t>
                      </a:r>
                      <a:endParaRPr lang="en-US" sz="2000" b="0">
                        <a:solidFill>
                          <a:srgbClr val="FFFFFF"/>
                        </a:solidFill>
                        <a:latin typeface="宋体"/>
                        <a:ea typeface="宋体"/>
                        <a:cs typeface="宋体"/>
                      </a:endParaRPr>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solidFill>
                      <a:srgbClr val="002060">
                        <a:alpha val="100000"/>
                      </a:srgbClr>
                    </a:solidFill>
                  </a:tcPr>
                </a:tc>
                <a:tc>
                  <a:txBody>
                    <a:bodyPr/>
                    <a:p>
                      <a:pPr indent="0" algn="ctr">
                        <a:buNone/>
                        <a:defRPr/>
                      </a:pPr>
                      <a:r>
                        <a:rPr lang="en-US" sz="2000" b="0">
                          <a:solidFill>
                            <a:srgbClr val="FFFFFF"/>
                          </a:solidFill>
                          <a:latin typeface="宋体"/>
                          <a:ea typeface="宋体"/>
                          <a:cs typeface="宋体"/>
                        </a:rPr>
                        <a:t>Price</a:t>
                      </a:r>
                      <a:endParaRPr lang="en-US" sz="2000" b="0">
                        <a:solidFill>
                          <a:srgbClr val="FFFFFF"/>
                        </a:solidFill>
                        <a:latin typeface="宋体"/>
                        <a:ea typeface="宋体"/>
                        <a:cs typeface="宋体"/>
                      </a:endParaRPr>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solidFill>
                      <a:srgbClr val="002060">
                        <a:alpha val="100000"/>
                      </a:srgbClr>
                    </a:solidFill>
                  </a:tcPr>
                </a:tc>
                <a:tc>
                  <a:txBody>
                    <a:bodyPr/>
                    <a:p>
                      <a:pPr indent="0" algn="ctr">
                        <a:buNone/>
                        <a:defRPr/>
                      </a:pPr>
                      <a:r>
                        <a:rPr lang="en-US" sz="2000" b="0">
                          <a:solidFill>
                            <a:srgbClr val="FFFFFF"/>
                          </a:solidFill>
                          <a:latin typeface="宋体"/>
                          <a:ea typeface="宋体"/>
                          <a:cs typeface="宋体"/>
                        </a:rPr>
                        <a:t>Total</a:t>
                      </a:r>
                      <a:endParaRPr lang="en-US" sz="2000" b="0">
                        <a:solidFill>
                          <a:srgbClr val="FFFFFF"/>
                        </a:solidFill>
                        <a:latin typeface="宋体"/>
                        <a:ea typeface="宋体"/>
                        <a:cs typeface="宋体"/>
                      </a:endParaRPr>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solidFill>
                      <a:srgbClr val="002060">
                        <a:alpha val="100000"/>
                      </a:srgbClr>
                    </a:solidFill>
                  </a:tcPr>
                </a:tc>
              </a:tr>
              <a:tr h="492125">
                <a:tc>
                  <a:txBody>
                    <a:bodyPr/>
                    <a:p>
                      <a:pPr indent="0" algn="ctr">
                        <a:buNone/>
                        <a:defRPr/>
                      </a:pPr>
                      <a:r>
                        <a:rPr lang="en-US" sz="2000" b="0">
                          <a:solidFill>
                            <a:srgbClr val="000000"/>
                          </a:solidFill>
                          <a:latin typeface="宋体"/>
                        </a:rPr>
                        <a:t>1</a:t>
                      </a:r>
                      <a:endParaRPr lang="zh-CN" sz="2000"/>
                    </a:p>
                  </a:txBody>
                  <a:tcPr marL="12700" marR="12700" marT="12700" vert="horz" anchor="t">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a:txBody>
                    <a:bodyPr/>
                    <a:p>
                      <a:pPr indent="0" algn="ctr">
                        <a:buNone/>
                        <a:defRPr/>
                      </a:pPr>
                      <a:r>
                        <a:rPr lang="zh-CN" sz="2000"/>
                        <a:t>STM32 Development Board</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a:txBody>
                    <a:bodyPr/>
                    <a:p>
                      <a:pPr indent="0" algn="ctr">
                        <a:buNone/>
                        <a:defRPr/>
                      </a:pPr>
                      <a:r>
                        <a:rPr lang="en-US" sz="2000"/>
                        <a:t>242RMB</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rowSpan="10">
                  <a:txBody>
                    <a:bodyPr/>
                    <a:p>
                      <a:pPr indent="0" algn="ctr">
                        <a:buNone/>
                        <a:defRPr/>
                      </a:pPr>
                      <a:r>
                        <a:rPr lang="en-US" sz="2000"/>
                        <a:t>810.95RMB</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r>
              <a:tr h="492125">
                <a:tc>
                  <a:txBody>
                    <a:bodyPr/>
                    <a:p>
                      <a:pPr indent="0" algn="ctr">
                        <a:buNone/>
                        <a:defRPr/>
                      </a:pPr>
                      <a:r>
                        <a:rPr lang="en-US" sz="2000" b="0">
                          <a:solidFill>
                            <a:srgbClr val="000000"/>
                          </a:solidFill>
                          <a:latin typeface="宋体"/>
                        </a:rPr>
                        <a:t>2</a:t>
                      </a:r>
                      <a:endParaRPr lang="zh-CN" sz="2000"/>
                    </a:p>
                  </a:txBody>
                  <a:tcPr marL="12700" marR="12700" marT="12700" vert="horz" anchor="t">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a:txBody>
                    <a:bodyPr/>
                    <a:p>
                      <a:pPr indent="0" algn="ctr">
                        <a:buNone/>
                        <a:defRPr/>
                      </a:pPr>
                      <a:r>
                        <a:rPr lang="zh-CN" sz="2000"/>
                        <a:t>SG90 Servo Module</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a:txBody>
                    <a:bodyPr/>
                    <a:p>
                      <a:pPr indent="0" algn="ctr">
                        <a:buNone/>
                        <a:defRPr/>
                      </a:pPr>
                      <a:r>
                        <a:rPr lang="en-US" sz="2000"/>
                        <a:t>9.8RMB</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vMerge="1">
                  <a:txBody>
                    <a:bodyPr/>
                    <a:p>
                      <a:pPr>
                        <a:defRPr/>
                      </a:pPr>
                      <a:endParaRPr/>
                    </a:p>
                  </a:txBody>
                  <a:tcPr>
                    <a:lnL w="6350" algn="ctr">
                      <a:solidFill>
                        <a:srgbClr val="000000"/>
                      </a:solidFill>
                    </a:lnL>
                    <a:lnR w="6350" algn="ctr">
                      <a:solidFill>
                        <a:srgbClr val="000000"/>
                      </a:solidFill>
                    </a:lnR>
                  </a:tcPr>
                </a:tc>
              </a:tr>
              <a:tr h="491490">
                <a:tc>
                  <a:txBody>
                    <a:bodyPr/>
                    <a:p>
                      <a:pPr indent="0" algn="ctr">
                        <a:buNone/>
                        <a:defRPr/>
                      </a:pPr>
                      <a:r>
                        <a:rPr lang="en-US" sz="2000" b="0">
                          <a:solidFill>
                            <a:srgbClr val="000000"/>
                          </a:solidFill>
                          <a:latin typeface="宋体"/>
                        </a:rPr>
                        <a:t>3</a:t>
                      </a:r>
                      <a:endParaRPr lang="zh-CN" sz="2000"/>
                    </a:p>
                  </a:txBody>
                  <a:tcPr marL="12700" marR="12700" marT="12700" vert="horz" anchor="t">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a:txBody>
                    <a:bodyPr/>
                    <a:p>
                      <a:pPr indent="0" algn="ctr">
                        <a:buNone/>
                        <a:defRPr/>
                      </a:pPr>
                      <a:r>
                        <a:rPr lang="zh-CN" sz="2000"/>
                        <a:t>MB018 Accelerometer Module</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a:txBody>
                    <a:bodyPr/>
                    <a:p>
                      <a:pPr indent="0" algn="ctr">
                        <a:buNone/>
                        <a:defRPr/>
                      </a:pPr>
                      <a:r>
                        <a:rPr lang="en-US" sz="2000"/>
                        <a:t>9.8RMB</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vMerge="1">
                  <a:txBody>
                    <a:bodyPr/>
                    <a:p>
                      <a:pPr>
                        <a:defRPr/>
                      </a:pPr>
                      <a:endParaRPr/>
                    </a:p>
                  </a:txBody>
                  <a:tcPr>
                    <a:lnL w="6350" algn="ctr">
                      <a:solidFill>
                        <a:srgbClr val="000000"/>
                      </a:solidFill>
                    </a:lnL>
                    <a:lnR w="6350" algn="ctr">
                      <a:solidFill>
                        <a:srgbClr val="000000"/>
                      </a:solidFill>
                    </a:lnR>
                  </a:tcPr>
                </a:tc>
              </a:tr>
              <a:tr h="491490">
                <a:tc>
                  <a:txBody>
                    <a:bodyPr/>
                    <a:p>
                      <a:pPr indent="0" algn="ctr">
                        <a:buNone/>
                        <a:defRPr/>
                      </a:pPr>
                      <a:r>
                        <a:rPr lang="en-US" sz="2000" b="0">
                          <a:solidFill>
                            <a:srgbClr val="000000"/>
                          </a:solidFill>
                          <a:latin typeface="宋体"/>
                        </a:rPr>
                        <a:t>4</a:t>
                      </a:r>
                      <a:endParaRPr lang="zh-CN" sz="2000"/>
                    </a:p>
                  </a:txBody>
                  <a:tcPr marL="12700" marR="12700" marT="12700" vert="horz" anchor="t">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a:txBody>
                    <a:bodyPr/>
                    <a:p>
                      <a:pPr indent="0" algn="ctr">
                        <a:buNone/>
                        <a:defRPr/>
                      </a:pPr>
                      <a:r>
                        <a:rPr lang="zh-CN" sz="2000"/>
                        <a:t>MB010 Relay Module</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a:txBody>
                    <a:bodyPr/>
                    <a:p>
                      <a:pPr indent="0" algn="ctr">
                        <a:buNone/>
                        <a:defRPr/>
                      </a:pPr>
                      <a:r>
                        <a:rPr lang="en-US" sz="2000"/>
                        <a:t>9.8RMB</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vMerge="1">
                  <a:txBody>
                    <a:bodyPr/>
                    <a:p>
                      <a:pPr>
                        <a:defRPr/>
                      </a:pPr>
                      <a:endParaRPr/>
                    </a:p>
                  </a:txBody>
                  <a:tcPr>
                    <a:lnL w="6350" algn="ctr">
                      <a:solidFill>
                        <a:srgbClr val="000000"/>
                      </a:solidFill>
                    </a:lnL>
                    <a:lnR w="6350" algn="ctr">
                      <a:solidFill>
                        <a:srgbClr val="000000"/>
                      </a:solidFill>
                    </a:lnR>
                  </a:tcPr>
                </a:tc>
              </a:tr>
              <a:tr h="492760">
                <a:tc>
                  <a:txBody>
                    <a:bodyPr/>
                    <a:p>
                      <a:pPr indent="0" algn="ctr">
                        <a:buNone/>
                        <a:defRPr/>
                      </a:pPr>
                      <a:r>
                        <a:rPr lang="en-US" sz="2000" b="0">
                          <a:solidFill>
                            <a:srgbClr val="000000"/>
                          </a:solidFill>
                          <a:latin typeface="宋体"/>
                        </a:rPr>
                        <a:t>5</a:t>
                      </a:r>
                      <a:endParaRPr lang="zh-CN" sz="2000"/>
                    </a:p>
                  </a:txBody>
                  <a:tcPr marL="12700" marR="12700" marT="12700" vert="horz" anchor="t">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a:txBody>
                    <a:bodyPr/>
                    <a:p>
                      <a:pPr indent="0" algn="ctr">
                        <a:buNone/>
                        <a:defRPr/>
                      </a:pPr>
                      <a:r>
                        <a:rPr lang="zh-CN" sz="2000"/>
                        <a:t>MS6DSV Accelerometer Sensor</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a:txBody>
                    <a:bodyPr/>
                    <a:p>
                      <a:pPr indent="0" algn="ctr">
                        <a:buNone/>
                        <a:defRPr/>
                      </a:pPr>
                      <a:r>
                        <a:rPr lang="en-US" sz="2000"/>
                        <a:t>26.2RMB</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vMerge="1">
                  <a:txBody>
                    <a:bodyPr/>
                    <a:p>
                      <a:pPr>
                        <a:defRPr/>
                      </a:pPr>
                      <a:endParaRPr/>
                    </a:p>
                  </a:txBody>
                  <a:tcPr>
                    <a:lnL w="6350" algn="ctr">
                      <a:solidFill>
                        <a:srgbClr val="000000"/>
                      </a:solidFill>
                    </a:lnL>
                    <a:lnR w="6350" algn="ctr">
                      <a:solidFill>
                        <a:srgbClr val="000000"/>
                      </a:solidFill>
                    </a:lnR>
                  </a:tcPr>
                </a:tc>
              </a:tr>
              <a:tr h="491490">
                <a:tc>
                  <a:txBody>
                    <a:bodyPr/>
                    <a:p>
                      <a:pPr indent="0" algn="ctr">
                        <a:buNone/>
                        <a:defRPr/>
                      </a:pPr>
                      <a:r>
                        <a:rPr lang="en-US" sz="2000" b="0">
                          <a:solidFill>
                            <a:srgbClr val="000000"/>
                          </a:solidFill>
                          <a:latin typeface="宋体"/>
                        </a:rPr>
                        <a:t>6</a:t>
                      </a:r>
                      <a:endParaRPr lang="zh-CN" sz="2000"/>
                    </a:p>
                  </a:txBody>
                  <a:tcPr marL="12700" marR="12700" marT="12700" vert="horz" anchor="t">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a:txBody>
                    <a:bodyPr/>
                    <a:p>
                      <a:pPr indent="0" algn="ctr">
                        <a:buNone/>
                        <a:defRPr/>
                      </a:pPr>
                      <a:r>
                        <a:rPr lang="zh-CN" sz="2000"/>
                        <a:t>STM32 Minimum System Board</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a:txBody>
                    <a:bodyPr/>
                    <a:p>
                      <a:pPr indent="0" algn="ctr">
                        <a:buNone/>
                        <a:defRPr/>
                      </a:pPr>
                      <a:r>
                        <a:rPr lang="en-US" sz="2000"/>
                        <a:t>68.6RMB</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vMerge="1">
                  <a:txBody>
                    <a:bodyPr/>
                    <a:p>
                      <a:pPr>
                        <a:defRPr/>
                      </a:pPr>
                      <a:endParaRPr/>
                    </a:p>
                  </a:txBody>
                  <a:tcPr>
                    <a:lnL w="6350" algn="ctr">
                      <a:solidFill>
                        <a:srgbClr val="000000"/>
                      </a:solidFill>
                    </a:lnL>
                    <a:lnR w="6350" algn="ctr">
                      <a:solidFill>
                        <a:srgbClr val="000000"/>
                      </a:solidFill>
                    </a:lnR>
                  </a:tcPr>
                </a:tc>
              </a:tr>
              <a:tr h="492125">
                <a:tc>
                  <a:txBody>
                    <a:bodyPr/>
                    <a:p>
                      <a:pPr indent="0" algn="ctr">
                        <a:buNone/>
                        <a:defRPr/>
                      </a:pPr>
                      <a:r>
                        <a:rPr lang="en-US" sz="2000" b="0">
                          <a:solidFill>
                            <a:srgbClr val="000000"/>
                          </a:solidFill>
                          <a:latin typeface="宋体"/>
                        </a:rPr>
                        <a:t>7</a:t>
                      </a:r>
                      <a:endParaRPr lang="zh-CN" sz="2000"/>
                    </a:p>
                  </a:txBody>
                  <a:tcPr marL="12700" marR="12700" marT="12700" vert="horz" anchor="t">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a:txBody>
                    <a:bodyPr/>
                    <a:p>
                      <a:pPr indent="0" algn="ctr">
                        <a:buNone/>
                        <a:defRPr/>
                      </a:pPr>
                      <a:r>
                        <a:rPr lang="zh-CN" sz="2000"/>
                        <a:t>Motor Gear Kit</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a:txBody>
                    <a:bodyPr/>
                    <a:p>
                      <a:pPr indent="0" algn="ctr">
                        <a:buNone/>
                        <a:defRPr/>
                      </a:pPr>
                      <a:r>
                        <a:rPr lang="en-US" sz="2000"/>
                        <a:t>27.35RMB</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vMerge="1">
                  <a:txBody>
                    <a:bodyPr/>
                    <a:p>
                      <a:pPr>
                        <a:defRPr/>
                      </a:pPr>
                      <a:endParaRPr/>
                    </a:p>
                  </a:txBody>
                  <a:tcPr>
                    <a:lnL w="6350" algn="ctr">
                      <a:solidFill>
                        <a:srgbClr val="000000"/>
                      </a:solidFill>
                    </a:lnL>
                    <a:lnR w="6350" algn="ctr">
                      <a:solidFill>
                        <a:srgbClr val="000000"/>
                      </a:solidFill>
                    </a:lnR>
                  </a:tcPr>
                </a:tc>
              </a:tr>
              <a:tr h="492125">
                <a:tc>
                  <a:txBody>
                    <a:bodyPr/>
                    <a:p>
                      <a:pPr indent="0" algn="ctr">
                        <a:buNone/>
                        <a:defRPr/>
                      </a:pPr>
                      <a:r>
                        <a:rPr lang="en-US" sz="2000" b="0">
                          <a:solidFill>
                            <a:srgbClr val="000000"/>
                          </a:solidFill>
                          <a:latin typeface="宋体"/>
                        </a:rPr>
                        <a:t>8</a:t>
                      </a:r>
                      <a:endParaRPr lang="zh-CN" sz="2000"/>
                    </a:p>
                  </a:txBody>
                  <a:tcPr marL="12700" marR="12700" marT="12700" vert="horz" anchor="t">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a:txBody>
                    <a:bodyPr/>
                    <a:p>
                      <a:pPr indent="0" algn="ctr">
                        <a:buNone/>
                        <a:defRPr/>
                      </a:pPr>
                      <a:r>
                        <a:rPr lang="zh-CN" sz="2000"/>
                        <a:t>N20 DC Gear Motor</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a:txBody>
                    <a:bodyPr/>
                    <a:p>
                      <a:pPr indent="0" algn="ctr">
                        <a:buNone/>
                        <a:defRPr/>
                      </a:pPr>
                      <a:r>
                        <a:rPr lang="en-US" sz="2000"/>
                        <a:t>19.5RMB</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vMerge="1">
                  <a:txBody>
                    <a:bodyPr/>
                    <a:p>
                      <a:pPr>
                        <a:defRPr/>
                      </a:pPr>
                      <a:endParaRPr/>
                    </a:p>
                  </a:txBody>
                  <a:tcPr>
                    <a:lnL w="6350" algn="ctr">
                      <a:solidFill>
                        <a:srgbClr val="000000"/>
                      </a:solidFill>
                    </a:lnL>
                    <a:lnR w="6350" algn="ctr">
                      <a:solidFill>
                        <a:srgbClr val="000000"/>
                      </a:solidFill>
                    </a:lnR>
                  </a:tcPr>
                </a:tc>
              </a:tr>
              <a:tr h="490855">
                <a:tc>
                  <a:txBody>
                    <a:bodyPr/>
                    <a:p>
                      <a:pPr indent="0" algn="ctr">
                        <a:buNone/>
                        <a:defRPr/>
                      </a:pPr>
                      <a:r>
                        <a:rPr lang="en-US" sz="2000" b="0">
                          <a:solidFill>
                            <a:srgbClr val="000000"/>
                          </a:solidFill>
                          <a:latin typeface="宋体"/>
                        </a:rPr>
                        <a:t>9</a:t>
                      </a:r>
                      <a:endParaRPr lang="zh-CN" sz="2000"/>
                    </a:p>
                  </a:txBody>
                  <a:tcPr marL="12700" marR="12700" marT="12700" vert="horz" anchor="t">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a:txBody>
                    <a:bodyPr/>
                    <a:p>
                      <a:pPr indent="0" algn="ctr">
                        <a:buNone/>
                        <a:defRPr/>
                      </a:pPr>
                      <a:r>
                        <a:rPr lang="zh-CN" sz="2000"/>
                        <a:t>Motor Model</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a:txBody>
                    <a:bodyPr/>
                    <a:p>
                      <a:pPr indent="0" algn="ctr">
                        <a:buNone/>
                        <a:defRPr/>
                      </a:pPr>
                      <a:r>
                        <a:rPr lang="en-US" sz="2000"/>
                        <a:t>9.9RMB</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vMerge="1">
                  <a:txBody>
                    <a:bodyPr/>
                    <a:p>
                      <a:pPr>
                        <a:defRPr/>
                      </a:pPr>
                      <a:endParaRPr/>
                    </a:p>
                  </a:txBody>
                  <a:tcPr>
                    <a:lnL w="6350" algn="ctr">
                      <a:solidFill>
                        <a:srgbClr val="000000"/>
                      </a:solidFill>
                    </a:lnL>
                    <a:lnR w="6350" algn="ctr">
                      <a:solidFill>
                        <a:srgbClr val="000000"/>
                      </a:solidFill>
                    </a:lnR>
                  </a:tcPr>
                </a:tc>
              </a:tr>
              <a:tr h="492125">
                <a:tc>
                  <a:txBody>
                    <a:bodyPr/>
                    <a:p>
                      <a:pPr indent="0" algn="ctr">
                        <a:buNone/>
                        <a:defRPr/>
                      </a:pPr>
                      <a:r>
                        <a:rPr lang="en-US" sz="2000" b="0">
                          <a:solidFill>
                            <a:srgbClr val="000000"/>
                          </a:solidFill>
                          <a:latin typeface="宋体"/>
                        </a:rPr>
                        <a:t>10</a:t>
                      </a:r>
                      <a:endParaRPr lang="zh-CN" sz="2000"/>
                    </a:p>
                  </a:txBody>
                  <a:tcPr marL="12700" marR="12700" marT="12700" vert="horz" anchor="t">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a:txBody>
                    <a:bodyPr/>
                    <a:p>
                      <a:pPr indent="0" algn="ctr">
                        <a:buNone/>
                        <a:defRPr/>
                      </a:pPr>
                      <a:r>
                        <a:rPr lang="zh-CN" sz="2000"/>
                        <a:t>USB 3.0 Industrial Global Shutter Camera</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a:txBody>
                    <a:bodyPr/>
                    <a:p>
                      <a:pPr indent="0" algn="ctr">
                        <a:buNone/>
                        <a:defRPr/>
                      </a:pPr>
                      <a:r>
                        <a:rPr lang="en-US" sz="2000"/>
                        <a:t>388RMB</a:t>
                      </a:r>
                      <a:endParaRPr lang="zh-CN" sz="2000"/>
                    </a:p>
                  </a:txBody>
                  <a:tcPr marL="12700" marR="12700" marT="12700" vert="horz" anchor="ctr">
                    <a:lnL w="19050" algn="ctr">
                      <a:solidFill>
                        <a:srgbClr val="000000"/>
                      </a:solidFill>
                    </a:lnL>
                    <a:lnR w="19050" algn="ctr">
                      <a:solidFill>
                        <a:srgbClr val="000000"/>
                      </a:solidFill>
                    </a:lnR>
                    <a:lnT w="19050" algn="ctr">
                      <a:solidFill>
                        <a:srgbClr val="000000"/>
                      </a:solidFill>
                    </a:lnT>
                    <a:lnB w="19050" algn="ctr">
                      <a:solidFill>
                        <a:srgbClr val="000000"/>
                      </a:solidFill>
                    </a:lnB>
                    <a:noFill/>
                  </a:tcPr>
                </a:tc>
                <a:tc vMerge="1">
                  <a:txBody>
                    <a:bodyPr/>
                    <a:p>
                      <a:pPr>
                        <a:defRPr/>
                      </a:pPr>
                      <a:endParaRPr/>
                    </a:p>
                  </a:txBody>
                  <a:tcPr>
                    <a:lnL w="6350" algn="ctr">
                      <a:solidFill>
                        <a:srgbClr val="000000"/>
                      </a:solidFill>
                    </a:lnL>
                    <a:lnR w="6350" algn="ctr">
                      <a:solidFill>
                        <a:srgbClr val="000000"/>
                      </a:solidFill>
                    </a:lnR>
                    <a:lnB w="6350" algn="ctr">
                      <a:solidFill>
                        <a:srgbClr val="000000"/>
                      </a:solidFill>
                    </a:lnB>
                  </a:tcPr>
                </a:tc>
              </a:tr>
            </a:tbl>
          </a:graphicData>
        </a:graphic>
      </p:graphicFrame>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w="http://schemas.openxmlformats.org/wordprocessingml/2006/main" xmlns:mc="http://schemas.openxmlformats.org/markup-compatibility/2006" showMasterPhAnim="0" showMasterSp="1" show="1">
  <p:cSld name="">
    <p:spTree>
      <p:nvGrpSpPr>
        <p:cNvPr id="1" name=""/>
        <p:cNvGrpSpPr/>
        <p:nvPr/>
      </p:nvGrpSpPr>
      <p:grpSpPr bwMode="auto">
        <a:xfrm>
          <a:off x="0" y="0"/>
          <a:ext cx="0" cy="0"/>
          <a:chOff x="0" y="0"/>
          <a:chExt cx="0" cy="0"/>
        </a:xfrm>
      </p:grpSpPr>
      <p:sp>
        <p:nvSpPr>
          <p:cNvPr id="2102218566" name="矩形 3"/>
          <p:cNvSpPr/>
          <p:nvPr/>
        </p:nvSpPr>
        <p:spPr bwMode="auto">
          <a:xfrm>
            <a:off x="0" y="3429000"/>
            <a:ext cx="12192000" cy="3429000"/>
          </a:xfrm>
          <a:prstGeom prst="rect">
            <a:avLst/>
          </a:prstGeom>
          <a:solidFill>
            <a:srgbClr val="1C43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1671564097" name="矩形 5"/>
          <p:cNvSpPr/>
          <p:nvPr/>
        </p:nvSpPr>
        <p:spPr bwMode="auto">
          <a:xfrm>
            <a:off x="466846" y="343006"/>
            <a:ext cx="11258308" cy="6123220"/>
          </a:xfrm>
          <a:prstGeom prst="rect">
            <a:avLst/>
          </a:prstGeom>
          <a:solidFill>
            <a:schemeClr val="bg1"/>
          </a:solidFill>
          <a:ln>
            <a:noFill/>
          </a:ln>
          <a:effectLst>
            <a:outerShdw blurRad="635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sz="1600">
              <a:latin typeface="方正粗雅宋_GBK"/>
              <a:ea typeface="方正粗雅宋_GBK"/>
            </a:endParaRPr>
          </a:p>
        </p:txBody>
      </p:sp>
      <p:sp>
        <p:nvSpPr>
          <p:cNvPr id="1401027188" name="矩形 6"/>
          <p:cNvSpPr/>
          <p:nvPr/>
        </p:nvSpPr>
        <p:spPr bwMode="auto">
          <a:xfrm>
            <a:off x="5037056" y="343006"/>
            <a:ext cx="2117888" cy="479073"/>
          </a:xfrm>
          <a:prstGeom prst="rect">
            <a:avLst/>
          </a:prstGeom>
          <a:solidFill>
            <a:srgbClr val="1C43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grpSp>
        <p:nvGrpSpPr>
          <p:cNvPr id="46515699" name="组合 1"/>
          <p:cNvGrpSpPr/>
          <p:nvPr/>
        </p:nvGrpSpPr>
        <p:grpSpPr bwMode="auto">
          <a:xfrm>
            <a:off x="4742688" y="403115"/>
            <a:ext cx="2706624" cy="400110"/>
            <a:chOff x="4742688" y="421969"/>
            <a:chExt cx="2706624" cy="400110"/>
          </a:xfrm>
        </p:grpSpPr>
        <p:sp>
          <p:nvSpPr>
            <p:cNvPr id="14" name="文本框 13"/>
            <p:cNvSpPr txBox="1"/>
            <p:nvPr/>
          </p:nvSpPr>
          <p:spPr bwMode="auto">
            <a:xfrm>
              <a:off x="4742688" y="421969"/>
              <a:ext cx="2706624" cy="400110"/>
            </a:xfrm>
            <a:prstGeom prst="rect">
              <a:avLst/>
            </a:prstGeom>
            <a:noFill/>
          </p:spPr>
          <p:txBody>
            <a:bodyPr wrap="square" rtlCol="0">
              <a:sp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lgn="ctr">
                <a:defRPr/>
              </a:pPr>
              <a:r>
                <a:rPr lang="en-US" sz="2000">
                  <a:solidFill>
                    <a:schemeClr val="bg1"/>
                  </a:solidFill>
                  <a:latin typeface="锐字真言体免费商用"/>
                  <a:ea typeface="锐字真言体免费商用"/>
                </a:rPr>
                <a:t>20XX</a:t>
              </a:r>
              <a:r>
                <a:rPr lang="zh-CN" sz="2000">
                  <a:solidFill>
                    <a:schemeClr val="bg1"/>
                  </a:solidFill>
                  <a:latin typeface="锐字真言体免费商用"/>
                  <a:ea typeface="锐字真言体免费商用"/>
                </a:rPr>
                <a:t>年度</a:t>
              </a:r>
              <a:endParaRPr lang="zh-CN" sz="2000">
                <a:solidFill>
                  <a:schemeClr val="bg1"/>
                </a:solidFill>
                <a:latin typeface="锐字真言体免费商用"/>
                <a:ea typeface="锐字真言体免费商用"/>
              </a:endParaRPr>
            </a:p>
          </p:txBody>
        </p:sp>
        <p:cxnSp>
          <p:nvCxnSpPr>
            <p:cNvPr id="21" name="直接连接符 20"/>
            <p:cNvCxnSpPr/>
            <p:nvPr/>
          </p:nvCxnSpPr>
          <p:spPr bwMode="auto">
            <a:xfrm>
              <a:off x="5145024" y="608075"/>
              <a:ext cx="27432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bwMode="auto">
            <a:xfrm>
              <a:off x="6768084" y="608075"/>
              <a:ext cx="27432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637384489" name="矩形 4"/>
          <p:cNvSpPr/>
          <p:nvPr/>
        </p:nvSpPr>
        <p:spPr bwMode="auto">
          <a:xfrm>
            <a:off x="4365584" y="343006"/>
            <a:ext cx="3460832" cy="479073"/>
          </a:xfrm>
          <a:prstGeom prst="rect">
            <a:avLst/>
          </a:prstGeom>
          <a:solidFill>
            <a:srgbClr val="1C43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endParaRPr lang="zh-CN"/>
          </a:p>
        </p:txBody>
      </p:sp>
      <p:sp>
        <p:nvSpPr>
          <p:cNvPr id="892722088" name="文本框 7"/>
          <p:cNvSpPr txBox="1"/>
          <p:nvPr/>
        </p:nvSpPr>
        <p:spPr bwMode="auto">
          <a:xfrm>
            <a:off x="4365584" y="382487"/>
            <a:ext cx="3460832" cy="400110"/>
          </a:xfrm>
          <a:prstGeom prst="rect">
            <a:avLst/>
          </a:prstGeom>
          <a:noFill/>
        </p:spPr>
        <p:txBody>
          <a:bodyPr wrap="square" rtlCol="0">
            <a:sp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lgn="ctr">
              <a:defRPr/>
            </a:pPr>
            <a:r>
              <a:rPr lang="en-US" sz="2000">
                <a:solidFill>
                  <a:schemeClr val="bg1"/>
                </a:solidFill>
                <a:latin typeface="锐字真言体免费商用"/>
                <a:ea typeface="锐字真言体免费商用"/>
              </a:rPr>
              <a:t>— </a:t>
            </a:r>
            <a:r>
              <a:rPr lang="en-US" sz="2000">
                <a:solidFill>
                  <a:schemeClr val="bg1"/>
                </a:solidFill>
                <a:latin typeface="锐字真言体免费商用"/>
                <a:ea typeface="锐字真言体免费商用"/>
              </a:rPr>
              <a:t>Project</a:t>
            </a:r>
            <a:r>
              <a:rPr lang="zh-CN" sz="2000">
                <a:solidFill>
                  <a:schemeClr val="bg1"/>
                </a:solidFill>
                <a:latin typeface="锐字真言体免费商用"/>
                <a:ea typeface="锐字真言体免费商用"/>
              </a:rPr>
              <a:t> </a:t>
            </a:r>
            <a:r>
              <a:rPr lang="en-US" sz="2000">
                <a:solidFill>
                  <a:schemeClr val="bg1"/>
                </a:solidFill>
                <a:latin typeface="锐字真言体免费商用"/>
                <a:ea typeface="锐字真言体免费商用"/>
              </a:rPr>
              <a:t>—</a:t>
            </a:r>
            <a:endParaRPr lang="zh-CN" sz="2000">
              <a:solidFill>
                <a:schemeClr val="bg1"/>
              </a:solidFill>
              <a:latin typeface="锐字真言体免费商用"/>
              <a:ea typeface="锐字真言体免费商用"/>
            </a:endParaRPr>
          </a:p>
        </p:txBody>
      </p:sp>
      <p:sp>
        <p:nvSpPr>
          <p:cNvPr id="1288640171" name="文本框 8"/>
          <p:cNvSpPr txBox="1"/>
          <p:nvPr/>
        </p:nvSpPr>
        <p:spPr bwMode="auto">
          <a:xfrm>
            <a:off x="4365650" y="2897251"/>
            <a:ext cx="3460832" cy="1014730"/>
          </a:xfrm>
          <a:prstGeom prst="rect">
            <a:avLst/>
          </a:prstGeom>
          <a:noFill/>
        </p:spPr>
        <p:txBody>
          <a:bodyPr wrap="square" rtlCol="0">
            <a:spAutoFit/>
          </a:bodyPr>
          <a:lstStyle>
            <a:defPPr>
              <a:defRPr lang="zh-CN"/>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a:lstStyle>
          <a:p>
            <a:pPr algn="ctr">
              <a:defRPr/>
            </a:pPr>
            <a:r>
              <a:rPr lang="zh-CN" sz="6000" b="1" spc="300">
                <a:solidFill>
                  <a:schemeClr val="accent1"/>
                </a:solidFill>
                <a:latin typeface="庞门正道标题体"/>
                <a:ea typeface="庞门正道标题体"/>
              </a:rPr>
              <a:t>Thank</a:t>
            </a:r>
            <a:r>
              <a:rPr lang="en-US" sz="6000" b="1" spc="300">
                <a:solidFill>
                  <a:schemeClr val="accent1"/>
                </a:solidFill>
                <a:latin typeface="庞门正道标题体"/>
                <a:ea typeface="庞门正道标题体"/>
              </a:rPr>
              <a:t>s</a:t>
            </a:r>
            <a:endParaRPr lang="zh-CN" sz="6000" b="1" spc="300">
              <a:solidFill>
                <a:schemeClr val="accent1"/>
              </a:solidFill>
              <a:latin typeface="庞门正道标题体"/>
              <a:ea typeface="庞门正道标题体"/>
            </a:endParaRP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000" advClick="1">
        <p:push dir="u"/>
      </p:transition>
    </mc:Choice>
    <mc:Fallback>
      <p:transition spd="slow" advClick="1">
        <p:push dir="u"/>
      </p:transition>
    </mc:Fallback>
  </mc:AlternateContent>
</p:sld>
</file>

<file path=ppt/theme/_rels/theme1.xml.rels><?xml version="1.0" encoding="UTF-8" standalone="yes"?><Relationships xmlns="http://schemas.openxmlformats.org/package/2006/relationships"></Relationships>
</file>

<file path=ppt/theme/_rels/theme2.xml.rels><?xml version="1.0" encoding="UTF-8" standalone="yes"?><Relationships xmlns="http://schemas.openxmlformats.org/package/2006/relationships"></Relationships>
</file>

<file path=ppt/theme/theme1.xml><?xml version="1.0" encoding="utf-8"?>
<a:theme xmlns:a="http://schemas.openxmlformats.org/drawingml/2006/main" xmlns:r="http://schemas.openxmlformats.org/officeDocument/2006/relationships" xmlns:p="http://schemas.openxmlformats.org/presentationml/2006/main" name="Office 主题​​">
  <a:themeElements>
    <a:clrScheme name="自定义 710">
      <a:dk1>
        <a:sysClr val="windowText" lastClr="000000"/>
      </a:dk1>
      <a:lt1>
        <a:sysClr val="window" lastClr="FFFFFF"/>
      </a:lt1>
      <a:dk2>
        <a:srgbClr val="44546A"/>
      </a:dk2>
      <a:lt2>
        <a:srgbClr val="E7E6E6"/>
      </a:lt2>
      <a:accent1>
        <a:srgbClr val="1C4372"/>
      </a:accent1>
      <a:accent2>
        <a:srgbClr val="285EA0"/>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Arial"/>
        <a:cs typeface="Arial"/>
      </a:majorFont>
      <a:minorFont>
        <a:latin typeface="等线"/>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ppt/theme/theme2.xml><?xml version="1.0" encoding="utf-8"?>
<a:theme xmlns:a="http://schemas.openxmlformats.org/drawingml/2006/main" xmlns:r="http://schemas.openxmlformats.org/officeDocument/2006/relationships" xmlns:p="http://schemas.openxmlformats.org/presentation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Arial"/>
        <a:cs typeface="Arial"/>
      </a:majorFont>
      <a:minorFont>
        <a:latin typeface="等线"/>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heme>
</file>

<file path=docProps/app.xml><?xml version="1.0" encoding="utf-8"?>
<Properties xmlns="http://schemas.openxmlformats.org/officeDocument/2006/extended-properties" xmlns:vt="http://schemas.openxmlformats.org/officeDocument/2006/docPropsVTypes">
  <TotalTime>0</TotalTime>
  <Words>0</Words>
  <Application>ONLYOFFICE/9.3.1.8</Application>
  <PresentationFormat>On-screen Show (4:3)</PresentationFormat>
  <Paragraphs>0</Paragraphs>
  <Slides>12</Slides>
  <Notes>12</Notes>
  <HiddenSlides>0</HiddenSlides>
  <MMClips>2</MMClips>
  <ScaleCrop>0</ScaleCrop>
  <HeadingPairs>
    <vt:vector size="4" baseType="variant">
      <vt:variant>
        <vt:lpstr>Theme</vt:lpstr>
      </vt:variant>
      <vt:variant>
        <vt:i4>1</vt:i4>
      </vt:variant>
      <vt:variant>
        <vt:lpstr>Slide Titles</vt:lpstr>
      </vt:variant>
      <vt:variant>
        <vt:i4>12</vt:i4>
      </vt:variant>
    </vt:vector>
  </HeadingPairs>
  <TitlesOfParts>
    <vt:vector size="13" baseType="lpstr">
      <vt:lpstr>Theme 1</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LinksUpToDate>0</LinksUpToDate>
  <SharedDoc>0</SharedDoc>
  <HyperlinksChanged>0</HyperlinksChanged>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深蓝色简约毕业答辩PPT模板</dc:title>
  <dc:creator>袁家立</dc:creator>
  <cp:lastModifiedBy/>
  <cp:revision>1</cp:revision>
  <dcterms:created xsi:type="dcterms:W3CDTF">2026-04-23T04:26:36Z</dcterms:created>
  <dcterms:modified xsi:type="dcterms:W3CDTF">2026-04-23T04:33:36Z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2052-0.0.0.0</vt:lpwstr>
  </property>
  <property fmtid="{D5CDD505-2E9C-101B-9397-08002B2CF9AE}" pid="3" name="ICV">
    <vt:lpwstr>22F11F62F5ACD2396267DC6917EA4E2F_42</vt:lpwstr>
  </property>
</Properties>
</file>